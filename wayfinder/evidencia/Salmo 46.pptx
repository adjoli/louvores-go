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61" r:id="rId2"/>
    <p:sldId id="257" r:id="rId3"/>
    <p:sldId id="262" r:id="rId4"/>
    <p:sldId id="263" r:id="rId5"/>
    <p:sldId id="264" r:id="rId6"/>
    <p:sldId id="265" r:id="rId7"/>
    <p:sldId id="266" r:id="rId8"/>
    <p:sldId id="267" r:id="rId9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FFFF00"/>
    <a:srgbClr val="0070E0"/>
    <a:srgbClr val="FF9900"/>
    <a:srgbClr val="004E9C"/>
    <a:srgbClr val="FF9966"/>
    <a:srgbClr val="FF3300"/>
    <a:srgbClr val="007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>
      <p:cViewPr varScale="1">
        <p:scale>
          <a:sx n="72" d="100"/>
          <a:sy n="72" d="100"/>
        </p:scale>
        <p:origin x="13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 altLang="pt-B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 altLang="pt-B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 altLang="pt-B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259479A-4327-4054-B595-6B34BE84497B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269329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4876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55997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68313" y="549275"/>
            <a:ext cx="4038600" cy="590391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59313" y="549275"/>
            <a:ext cx="4038600" cy="590391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26026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3139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9644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167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83191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0205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40206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921500" y="-12700"/>
            <a:ext cx="2149475" cy="646588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68313" y="-12700"/>
            <a:ext cx="6300787" cy="646588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50033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../abertura.pps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&#237;ndice%20cc.pps#-1,1,Slide 1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8734425" y="3573463"/>
            <a:ext cx="409575" cy="3284537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4B9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33" name="AutoShape 9"/>
          <p:cNvSpPr>
            <a:spLocks noChangeArrowheads="1"/>
          </p:cNvSpPr>
          <p:nvPr userDrawn="1"/>
        </p:nvSpPr>
        <p:spPr bwMode="auto">
          <a:xfrm rot="5400000">
            <a:off x="5264944" y="2978944"/>
            <a:ext cx="6858000" cy="900112"/>
          </a:xfrm>
          <a:prstGeom prst="wave">
            <a:avLst>
              <a:gd name="adj1" fmla="val 20644"/>
              <a:gd name="adj2" fmla="val 0"/>
            </a:avLst>
          </a:prstGeom>
          <a:gradFill rotWithShape="1">
            <a:gsLst>
              <a:gs pos="0">
                <a:srgbClr val="004B96"/>
              </a:gs>
              <a:gs pos="50000">
                <a:srgbClr val="3399FF"/>
              </a:gs>
              <a:gs pos="100000">
                <a:srgbClr val="004B96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8734425" y="0"/>
            <a:ext cx="409575" cy="3573463"/>
          </a:xfrm>
          <a:prstGeom prst="rect">
            <a:avLst/>
          </a:prstGeom>
          <a:gradFill rotWithShape="1">
            <a:gsLst>
              <a:gs pos="0">
                <a:srgbClr val="004B96"/>
              </a:gs>
              <a:gs pos="100000">
                <a:srgbClr val="3399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0"/>
            <a:ext cx="900113" cy="6858000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4B96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43" name="Rectangle 19"/>
          <p:cNvSpPr>
            <a:spLocks noChangeArrowheads="1"/>
          </p:cNvSpPr>
          <p:nvPr userDrawn="1"/>
        </p:nvSpPr>
        <p:spPr bwMode="auto">
          <a:xfrm>
            <a:off x="0" y="-3175"/>
            <a:ext cx="9144000" cy="376238"/>
          </a:xfrm>
          <a:prstGeom prst="rect">
            <a:avLst/>
          </a:prstGeom>
          <a:gradFill rotWithShape="1">
            <a:gsLst>
              <a:gs pos="0">
                <a:srgbClr val="4BB6FF"/>
              </a:gs>
              <a:gs pos="100000">
                <a:srgbClr val="0064A8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48" name="Rectangle 24"/>
          <p:cNvSpPr>
            <a:spLocks noChangeArrowheads="1"/>
          </p:cNvSpPr>
          <p:nvPr userDrawn="1"/>
        </p:nvSpPr>
        <p:spPr bwMode="auto">
          <a:xfrm>
            <a:off x="0" y="373063"/>
            <a:ext cx="9144000" cy="174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rgbClr val="FF9900"/>
              </a:gs>
              <a:gs pos="100000">
                <a:srgbClr val="FFFF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B9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	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549275"/>
            <a:ext cx="8229600" cy="590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40" name="Rectangle 16"/>
          <p:cNvSpPr>
            <a:spLocks noChangeArrowheads="1"/>
          </p:cNvSpPr>
          <p:nvPr userDrawn="1"/>
        </p:nvSpPr>
        <p:spPr bwMode="auto">
          <a:xfrm>
            <a:off x="22225" y="115888"/>
            <a:ext cx="446088" cy="576262"/>
          </a:xfrm>
          <a:prstGeom prst="rect">
            <a:avLst/>
          </a:prstGeom>
          <a:solidFill>
            <a:srgbClr val="FF9900">
              <a:alpha val="71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42" name="Rectangle 18"/>
          <p:cNvSpPr>
            <a:spLocks noChangeArrowheads="1"/>
          </p:cNvSpPr>
          <p:nvPr userDrawn="1"/>
        </p:nvSpPr>
        <p:spPr bwMode="auto">
          <a:xfrm>
            <a:off x="0" y="6580188"/>
            <a:ext cx="9144000" cy="304800"/>
          </a:xfrm>
          <a:prstGeom prst="rect">
            <a:avLst/>
          </a:prstGeom>
          <a:gradFill rotWithShape="1">
            <a:gsLst>
              <a:gs pos="0">
                <a:srgbClr val="0070E0"/>
              </a:gs>
              <a:gs pos="100000">
                <a:schemeClr val="accent2">
                  <a:alpha val="46001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pt-BR" altLang="pt-BR" sz="1400">
              <a:solidFill>
                <a:schemeClr val="bg1"/>
              </a:solidFill>
            </a:endParaRPr>
          </a:p>
        </p:txBody>
      </p:sp>
      <p:sp>
        <p:nvSpPr>
          <p:cNvPr id="1049" name="Text Box 25"/>
          <p:cNvSpPr txBox="1">
            <a:spLocks noChangeArrowheads="1"/>
          </p:cNvSpPr>
          <p:nvPr userDrawn="1"/>
        </p:nvSpPr>
        <p:spPr bwMode="auto">
          <a:xfrm>
            <a:off x="6516688" y="-3175"/>
            <a:ext cx="25193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pt-BR" altLang="pt-BR" sz="1600">
                <a:solidFill>
                  <a:schemeClr val="accent2"/>
                </a:solidFill>
              </a:rPr>
              <a:t>Cantor Cristão</a:t>
            </a:r>
          </a:p>
        </p:txBody>
      </p:sp>
      <p:sp>
        <p:nvSpPr>
          <p:cNvPr id="1050" name="Text Box 26"/>
          <p:cNvSpPr txBox="1">
            <a:spLocks noChangeArrowheads="1"/>
          </p:cNvSpPr>
          <p:nvPr userDrawn="1"/>
        </p:nvSpPr>
        <p:spPr bwMode="auto">
          <a:xfrm>
            <a:off x="6497638" y="-14288"/>
            <a:ext cx="2519362" cy="336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pt-BR" altLang="pt-BR" sz="1600">
                <a:solidFill>
                  <a:schemeClr val="bg1"/>
                </a:solidFill>
              </a:rPr>
              <a:t>Cantor Cristão</a:t>
            </a:r>
          </a:p>
        </p:txBody>
      </p:sp>
      <p:sp>
        <p:nvSpPr>
          <p:cNvPr id="1051" name="AutoShape 27"/>
          <p:cNvSpPr>
            <a:spLocks noChangeArrowheads="1"/>
          </p:cNvSpPr>
          <p:nvPr userDrawn="1"/>
        </p:nvSpPr>
        <p:spPr bwMode="auto">
          <a:xfrm>
            <a:off x="7319963" y="46038"/>
            <a:ext cx="215900" cy="215900"/>
          </a:xfrm>
          <a:prstGeom prst="star5">
            <a:avLst/>
          </a:prstGeom>
          <a:solidFill>
            <a:srgbClr val="FFFF99">
              <a:alpha val="8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52" name="AutoShape 28">
            <a:hlinkClick r:id="" action="ppaction://hlinkshowjump?jump=nextslide" highlightClick="1"/>
          </p:cNvPr>
          <p:cNvSpPr>
            <a:spLocks noChangeArrowheads="1"/>
          </p:cNvSpPr>
          <p:nvPr userDrawn="1"/>
        </p:nvSpPr>
        <p:spPr bwMode="auto">
          <a:xfrm>
            <a:off x="8516938" y="6640513"/>
            <a:ext cx="144462" cy="144462"/>
          </a:xfrm>
          <a:prstGeom prst="actionButtonForwardNex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69804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53" name="AutoShape 29">
            <a:hlinkClick r:id="" action="ppaction://hlinkshowjump?jump=previousslide" highlightClick="1"/>
          </p:cNvPr>
          <p:cNvSpPr>
            <a:spLocks noChangeAspect="1" noChangeArrowheads="1"/>
          </p:cNvSpPr>
          <p:nvPr userDrawn="1"/>
        </p:nvSpPr>
        <p:spPr bwMode="auto">
          <a:xfrm>
            <a:off x="8329613" y="6640513"/>
            <a:ext cx="144462" cy="144462"/>
          </a:xfrm>
          <a:prstGeom prst="actionButtonBackPrevious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69804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54" name="AutoShape 30">
            <a:hlinkClick r:id="" action="ppaction://hlinkshowjump?jump=firstslide" highlightClick="1"/>
          </p:cNvPr>
          <p:cNvSpPr>
            <a:spLocks noChangeArrowheads="1"/>
          </p:cNvSpPr>
          <p:nvPr userDrawn="1"/>
        </p:nvSpPr>
        <p:spPr bwMode="auto">
          <a:xfrm>
            <a:off x="8140700" y="6640513"/>
            <a:ext cx="144463" cy="144462"/>
          </a:xfrm>
          <a:prstGeom prst="actionButtonBeginning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63529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55" name="AutoShape 31">
            <a:hlinkClick r:id="" action="ppaction://hlinkshowjump?jump=lastslide" highlightClick="1"/>
          </p:cNvPr>
          <p:cNvSpPr>
            <a:spLocks noChangeArrowheads="1"/>
          </p:cNvSpPr>
          <p:nvPr userDrawn="1"/>
        </p:nvSpPr>
        <p:spPr bwMode="auto">
          <a:xfrm>
            <a:off x="8704263" y="6640513"/>
            <a:ext cx="144462" cy="144462"/>
          </a:xfrm>
          <a:prstGeom prst="actionButtonEnd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6039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56" name="AutoShape 32">
            <a:hlinkClick r:id="rId14" action="ppaction://hlinkpres?slideindex=1&amp;slidetitle=Slide 1" highlightClick="1"/>
          </p:cNvPr>
          <p:cNvSpPr>
            <a:spLocks noChangeArrowheads="1"/>
          </p:cNvSpPr>
          <p:nvPr userDrawn="1"/>
        </p:nvSpPr>
        <p:spPr bwMode="auto">
          <a:xfrm>
            <a:off x="7951788" y="6640513"/>
            <a:ext cx="144462" cy="144462"/>
          </a:xfrm>
          <a:prstGeom prst="actionButtonHome">
            <a:avLst/>
          </a:prstGeom>
          <a:gradFill rotWithShape="1">
            <a:gsLst>
              <a:gs pos="0">
                <a:srgbClr val="00CC00"/>
              </a:gs>
              <a:gs pos="100000">
                <a:srgbClr val="0099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61" name="AutoShape 37">
            <a:hlinkClick r:id="rId15" action="ppaction://hlinkpres?slideindex=1&amp;slidetitle=" highlightClick="1"/>
          </p:cNvPr>
          <p:cNvSpPr>
            <a:spLocks noChangeAspect="1" noChangeArrowheads="1"/>
          </p:cNvSpPr>
          <p:nvPr userDrawn="1"/>
        </p:nvSpPr>
        <p:spPr bwMode="auto">
          <a:xfrm>
            <a:off x="7769225" y="6640513"/>
            <a:ext cx="144463" cy="144462"/>
          </a:xfrm>
          <a:prstGeom prst="actionButtonReturn">
            <a:avLst/>
          </a:prstGeom>
          <a:gradFill rotWithShape="1">
            <a:gsLst>
              <a:gs pos="0">
                <a:srgbClr val="FFFF00"/>
              </a:gs>
              <a:gs pos="100000">
                <a:srgbClr val="FF99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1068" name="Picture 44" descr="WindowsXP (119)"/>
          <p:cNvPicPr>
            <a:picLocks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-26988"/>
            <a:ext cx="360363" cy="1079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FF9933">
                      <a:alpha val="50000"/>
                    </a:srgbClr>
                  </a:outerShdw>
                </a:effectLst>
              </a14:hiddenEffects>
            </a:ext>
          </a:extLst>
        </p:spPr>
      </p:pic>
      <p:sp>
        <p:nvSpPr>
          <p:cNvPr id="1069" name="AutoShape 45">
            <a:hlinkClick r:id="" action="ppaction://hlinkshowjump?jump=endshow" highlightClick="1"/>
          </p:cNvPr>
          <p:cNvSpPr>
            <a:spLocks noChangeArrowheads="1"/>
          </p:cNvSpPr>
          <p:nvPr userDrawn="1"/>
        </p:nvSpPr>
        <p:spPr bwMode="auto">
          <a:xfrm>
            <a:off x="8893175" y="6640513"/>
            <a:ext cx="144463" cy="144462"/>
          </a:xfrm>
          <a:prstGeom prst="actionButtonBlank">
            <a:avLst/>
          </a:prstGeom>
          <a:gradFill rotWithShape="1">
            <a:gsLst>
              <a:gs pos="0">
                <a:srgbClr val="FF9966"/>
              </a:gs>
              <a:gs pos="50000">
                <a:srgbClr val="FF3300"/>
              </a:gs>
              <a:gs pos="100000">
                <a:srgbClr val="FF996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altLang="pt-BR" sz="1000" b="1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070" name="Music"/>
          <p:cNvSpPr>
            <a:spLocks noEditPoints="1" noChangeArrowheads="1"/>
          </p:cNvSpPr>
          <p:nvPr userDrawn="1"/>
        </p:nvSpPr>
        <p:spPr bwMode="auto">
          <a:xfrm>
            <a:off x="8089900" y="5364163"/>
            <a:ext cx="369888" cy="441325"/>
          </a:xfrm>
          <a:custGeom>
            <a:avLst/>
            <a:gdLst>
              <a:gd name="T0" fmla="*/ 7352 w 21600"/>
              <a:gd name="T1" fmla="*/ 46 h 21600"/>
              <a:gd name="T2" fmla="*/ 7373 w 21600"/>
              <a:gd name="T3" fmla="*/ 9900 h 21600"/>
              <a:gd name="T4" fmla="*/ 21683 w 21600"/>
              <a:gd name="T5" fmla="*/ 10061 h 21600"/>
              <a:gd name="T6" fmla="*/ 7352 w 21600"/>
              <a:gd name="T7" fmla="*/ 46 h 21600"/>
              <a:gd name="T8" fmla="*/ 21600 w 21600"/>
              <a:gd name="T9" fmla="*/ 0 h 21600"/>
              <a:gd name="T10" fmla="*/ 7975 w 21600"/>
              <a:gd name="T11" fmla="*/ 923 h 21600"/>
              <a:gd name="T12" fmla="*/ 20935 w 21600"/>
              <a:gd name="T13" fmla="*/ 535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21600" h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71" name="Music"/>
          <p:cNvSpPr>
            <a:spLocks noEditPoints="1" noChangeArrowheads="1"/>
          </p:cNvSpPr>
          <p:nvPr userDrawn="1"/>
        </p:nvSpPr>
        <p:spPr bwMode="auto">
          <a:xfrm>
            <a:off x="8451850" y="3500438"/>
            <a:ext cx="441325" cy="442912"/>
          </a:xfrm>
          <a:custGeom>
            <a:avLst/>
            <a:gdLst>
              <a:gd name="T0" fmla="*/ 7352 w 21600"/>
              <a:gd name="T1" fmla="*/ 46 h 21600"/>
              <a:gd name="T2" fmla="*/ 7373 w 21600"/>
              <a:gd name="T3" fmla="*/ 9900 h 21600"/>
              <a:gd name="T4" fmla="*/ 21683 w 21600"/>
              <a:gd name="T5" fmla="*/ 10061 h 21600"/>
              <a:gd name="T6" fmla="*/ 7352 w 21600"/>
              <a:gd name="T7" fmla="*/ 46 h 21600"/>
              <a:gd name="T8" fmla="*/ 21600 w 21600"/>
              <a:gd name="T9" fmla="*/ 0 h 21600"/>
              <a:gd name="T10" fmla="*/ 7975 w 21600"/>
              <a:gd name="T11" fmla="*/ 923 h 21600"/>
              <a:gd name="T12" fmla="*/ 20935 w 21600"/>
              <a:gd name="T13" fmla="*/ 535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21600" h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72" name="Music"/>
          <p:cNvSpPr>
            <a:spLocks noEditPoints="1" noChangeArrowheads="1"/>
          </p:cNvSpPr>
          <p:nvPr userDrawn="1"/>
        </p:nvSpPr>
        <p:spPr bwMode="auto">
          <a:xfrm>
            <a:off x="8388350" y="900113"/>
            <a:ext cx="223838" cy="296862"/>
          </a:xfrm>
          <a:custGeom>
            <a:avLst/>
            <a:gdLst>
              <a:gd name="T0" fmla="*/ 7352 w 21600"/>
              <a:gd name="T1" fmla="*/ 46 h 21600"/>
              <a:gd name="T2" fmla="*/ 7373 w 21600"/>
              <a:gd name="T3" fmla="*/ 9900 h 21600"/>
              <a:gd name="T4" fmla="*/ 21683 w 21600"/>
              <a:gd name="T5" fmla="*/ 10061 h 21600"/>
              <a:gd name="T6" fmla="*/ 7352 w 21600"/>
              <a:gd name="T7" fmla="*/ 46 h 21600"/>
              <a:gd name="T8" fmla="*/ 21600 w 21600"/>
              <a:gd name="T9" fmla="*/ 0 h 21600"/>
              <a:gd name="T10" fmla="*/ 7975 w 21600"/>
              <a:gd name="T11" fmla="*/ 923 h 21600"/>
              <a:gd name="T12" fmla="*/ 20935 w 21600"/>
              <a:gd name="T13" fmla="*/ 535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21600" h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73" name="Music"/>
          <p:cNvSpPr>
            <a:spLocks noEditPoints="1" noChangeArrowheads="1"/>
          </p:cNvSpPr>
          <p:nvPr userDrawn="1"/>
        </p:nvSpPr>
        <p:spPr bwMode="auto">
          <a:xfrm>
            <a:off x="107950" y="1700213"/>
            <a:ext cx="223838" cy="296862"/>
          </a:xfrm>
          <a:custGeom>
            <a:avLst/>
            <a:gdLst>
              <a:gd name="T0" fmla="*/ 7352 w 21600"/>
              <a:gd name="T1" fmla="*/ 46 h 21600"/>
              <a:gd name="T2" fmla="*/ 7373 w 21600"/>
              <a:gd name="T3" fmla="*/ 9900 h 21600"/>
              <a:gd name="T4" fmla="*/ 21683 w 21600"/>
              <a:gd name="T5" fmla="*/ 10061 h 21600"/>
              <a:gd name="T6" fmla="*/ 7352 w 21600"/>
              <a:gd name="T7" fmla="*/ 46 h 21600"/>
              <a:gd name="T8" fmla="*/ 21600 w 21600"/>
              <a:gd name="T9" fmla="*/ 0 h 21600"/>
              <a:gd name="T10" fmla="*/ 7975 w 21600"/>
              <a:gd name="T11" fmla="*/ 923 h 21600"/>
              <a:gd name="T12" fmla="*/ 20935 w 21600"/>
              <a:gd name="T13" fmla="*/ 535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21600" h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 rotWithShape="1">
            <a:gsLst>
              <a:gs pos="0">
                <a:srgbClr val="33CCFF"/>
              </a:gs>
              <a:gs pos="50000">
                <a:srgbClr val="004B96"/>
              </a:gs>
              <a:gs pos="100000">
                <a:srgbClr val="33CC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74" name="Text Box 50"/>
          <p:cNvSpPr txBox="1">
            <a:spLocks noChangeArrowheads="1"/>
          </p:cNvSpPr>
          <p:nvPr userDrawn="1"/>
        </p:nvSpPr>
        <p:spPr bwMode="auto">
          <a:xfrm>
            <a:off x="971550" y="6597650"/>
            <a:ext cx="216058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900" b="1">
                <a:solidFill>
                  <a:srgbClr val="C5E8FF"/>
                </a:solidFill>
              </a:rPr>
              <a:t>IGREJA BATISTA DE TAUÁ</a:t>
            </a:r>
          </a:p>
        </p:txBody>
      </p:sp>
      <p:sp>
        <p:nvSpPr>
          <p:cNvPr id="1075" name="Music"/>
          <p:cNvSpPr>
            <a:spLocks noEditPoints="1" noChangeArrowheads="1"/>
          </p:cNvSpPr>
          <p:nvPr userDrawn="1"/>
        </p:nvSpPr>
        <p:spPr bwMode="auto">
          <a:xfrm>
            <a:off x="323850" y="4005263"/>
            <a:ext cx="369888" cy="441325"/>
          </a:xfrm>
          <a:custGeom>
            <a:avLst/>
            <a:gdLst>
              <a:gd name="T0" fmla="*/ 7352 w 21600"/>
              <a:gd name="T1" fmla="*/ 46 h 21600"/>
              <a:gd name="T2" fmla="*/ 7373 w 21600"/>
              <a:gd name="T3" fmla="*/ 9900 h 21600"/>
              <a:gd name="T4" fmla="*/ 21683 w 21600"/>
              <a:gd name="T5" fmla="*/ 10061 h 21600"/>
              <a:gd name="T6" fmla="*/ 7352 w 21600"/>
              <a:gd name="T7" fmla="*/ 46 h 21600"/>
              <a:gd name="T8" fmla="*/ 21600 w 21600"/>
              <a:gd name="T9" fmla="*/ 0 h 21600"/>
              <a:gd name="T10" fmla="*/ 7975 w 21600"/>
              <a:gd name="T11" fmla="*/ 923 h 21600"/>
              <a:gd name="T12" fmla="*/ 20935 w 21600"/>
              <a:gd name="T13" fmla="*/ 535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21600" h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1076" name="Picture 52" descr="marca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18263"/>
            <a:ext cx="6477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kern="12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 Salmo 46</a:t>
            </a: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“Deus é o nosso refúgio e fortaleza, socorro bem presente nas tribulações.”</a:t>
            </a:r>
          </a:p>
          <a:p>
            <a:r>
              <a:rPr lang="pt-BR" dirty="0"/>
              <a:t>Salmo 46:1</a:t>
            </a:r>
          </a:p>
        </p:txBody>
      </p:sp>
    </p:spTree>
    <p:extLst>
      <p:ext uri="{BB962C8B-B14F-4D97-AF65-F5344CB8AC3E}">
        <p14:creationId xmlns:p14="http://schemas.microsoft.com/office/powerpoint/2010/main" val="277635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Rectangle 23"/>
          <p:cNvSpPr>
            <a:spLocks noChangeArrowheads="1"/>
          </p:cNvSpPr>
          <p:nvPr/>
        </p:nvSpPr>
        <p:spPr bwMode="auto">
          <a:xfrm>
            <a:off x="323528" y="1556792"/>
            <a:ext cx="7931224" cy="568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28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400">
                <a:solidFill>
                  <a:schemeClr val="bg1"/>
                </a:solidFill>
                <a:latin typeface="Arial Rounded MT Bold" panose="020F0704030504030204" pitchFamily="34" charset="0"/>
              </a:defRPr>
            </a:lvl2pPr>
            <a:lvl3pPr marL="1295400" indent="-381000">
              <a:spcBef>
                <a:spcPct val="20000"/>
              </a:spcBef>
              <a:buChar char="•"/>
              <a:defRPr sz="2000">
                <a:solidFill>
                  <a:schemeClr val="bg1"/>
                </a:solidFill>
                <a:latin typeface="Arial Rounded MT Bold" panose="020F070403050403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5pPr>
            <a:lvl6pPr marL="26289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6pPr>
            <a:lvl7pPr marL="30861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7pPr>
            <a:lvl8pPr marL="35433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8pPr>
            <a:lvl9pPr marL="40005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9pPr>
          </a:lstStyle>
          <a:p>
            <a:pPr marL="0" indent="0" algn="ctr">
              <a:buNone/>
            </a:pPr>
            <a:r>
              <a:rPr lang="pt-BR" sz="4400" b="1" dirty="0"/>
              <a:t>Deus é o nosso refúgio </a:t>
            </a:r>
          </a:p>
          <a:p>
            <a:pPr marL="0" indent="0" algn="ctr">
              <a:buNone/>
            </a:pPr>
            <a:r>
              <a:rPr lang="pt-BR" sz="4400" b="1" dirty="0"/>
              <a:t>Nosso refúgio e fortaleza</a:t>
            </a:r>
          </a:p>
          <a:p>
            <a:pPr marL="0" indent="0" algn="ctr">
              <a:buNone/>
            </a:pPr>
            <a:r>
              <a:rPr lang="pt-BR" sz="4400" b="1" dirty="0"/>
              <a:t>Ele é o nosso socorro</a:t>
            </a:r>
          </a:p>
          <a:p>
            <a:pPr marL="0" indent="0" algn="ctr">
              <a:buNone/>
            </a:pPr>
            <a:r>
              <a:rPr lang="pt-BR" sz="4400" b="1" dirty="0"/>
              <a:t>Bem presente na angústia</a:t>
            </a:r>
          </a:p>
        </p:txBody>
      </p:sp>
      <p:sp>
        <p:nvSpPr>
          <p:cNvPr id="3100" name="Rectangle 28"/>
          <p:cNvSpPr>
            <a:spLocks noChangeArrowheads="1"/>
          </p:cNvSpPr>
          <p:nvPr/>
        </p:nvSpPr>
        <p:spPr bwMode="auto"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pt-BR" altLang="pt-BR" sz="1400">
                <a:solidFill>
                  <a:schemeClr val="bg1"/>
                </a:solidFill>
              </a:rPr>
              <a:t>1/4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Rectangle 23"/>
          <p:cNvSpPr>
            <a:spLocks noChangeArrowheads="1"/>
          </p:cNvSpPr>
          <p:nvPr/>
        </p:nvSpPr>
        <p:spPr bwMode="auto">
          <a:xfrm>
            <a:off x="395536" y="1340768"/>
            <a:ext cx="7931224" cy="568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28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400">
                <a:solidFill>
                  <a:schemeClr val="bg1"/>
                </a:solidFill>
                <a:latin typeface="Arial Rounded MT Bold" panose="020F0704030504030204" pitchFamily="34" charset="0"/>
              </a:defRPr>
            </a:lvl2pPr>
            <a:lvl3pPr marL="1295400" indent="-381000">
              <a:spcBef>
                <a:spcPct val="20000"/>
              </a:spcBef>
              <a:buChar char="•"/>
              <a:defRPr sz="2000">
                <a:solidFill>
                  <a:schemeClr val="bg1"/>
                </a:solidFill>
                <a:latin typeface="Arial Rounded MT Bold" panose="020F070403050403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5pPr>
            <a:lvl6pPr marL="26289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6pPr>
            <a:lvl7pPr marL="30861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7pPr>
            <a:lvl8pPr marL="35433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8pPr>
            <a:lvl9pPr marL="40005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9pPr>
          </a:lstStyle>
          <a:p>
            <a:pPr marL="0" indent="0" algn="ctr">
              <a:buNone/>
            </a:pPr>
            <a:r>
              <a:rPr lang="pt-BR" sz="4400" b="1" dirty="0"/>
              <a:t>Pelo que não temeremos </a:t>
            </a:r>
          </a:p>
          <a:p>
            <a:pPr marL="0" indent="0" algn="ctr">
              <a:buNone/>
            </a:pPr>
            <a:r>
              <a:rPr lang="pt-BR" sz="4400" b="1" dirty="0"/>
              <a:t>ainda que a terra se mude</a:t>
            </a:r>
          </a:p>
          <a:p>
            <a:pPr marL="0" indent="0" algn="ctr">
              <a:buNone/>
            </a:pPr>
            <a:r>
              <a:rPr lang="pt-BR" sz="4400" b="1" dirty="0"/>
              <a:t>Ainda que os montes se transportem pra o meio, </a:t>
            </a:r>
          </a:p>
          <a:p>
            <a:pPr marL="0" indent="0" algn="ctr">
              <a:buNone/>
            </a:pPr>
            <a:r>
              <a:rPr lang="pt-BR" sz="4400" b="1" dirty="0"/>
              <a:t>pra o meio dos mares</a:t>
            </a:r>
          </a:p>
        </p:txBody>
      </p:sp>
      <p:sp>
        <p:nvSpPr>
          <p:cNvPr id="3100" name="Rectangle 28"/>
          <p:cNvSpPr>
            <a:spLocks noChangeArrowheads="1"/>
          </p:cNvSpPr>
          <p:nvPr/>
        </p:nvSpPr>
        <p:spPr bwMode="auto"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pt-BR" altLang="pt-BR" sz="1400">
                <a:solidFill>
                  <a:schemeClr val="bg1"/>
                </a:solidFill>
              </a:rPr>
              <a:t>1/4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6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Rectangle 23"/>
          <p:cNvSpPr>
            <a:spLocks noChangeArrowheads="1"/>
          </p:cNvSpPr>
          <p:nvPr/>
        </p:nvSpPr>
        <p:spPr bwMode="auto">
          <a:xfrm>
            <a:off x="467544" y="1844824"/>
            <a:ext cx="7931224" cy="568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28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400">
                <a:solidFill>
                  <a:schemeClr val="bg1"/>
                </a:solidFill>
                <a:latin typeface="Arial Rounded MT Bold" panose="020F0704030504030204" pitchFamily="34" charset="0"/>
              </a:defRPr>
            </a:lvl2pPr>
            <a:lvl3pPr marL="1295400" indent="-381000">
              <a:spcBef>
                <a:spcPct val="20000"/>
              </a:spcBef>
              <a:buChar char="•"/>
              <a:defRPr sz="2000">
                <a:solidFill>
                  <a:schemeClr val="bg1"/>
                </a:solidFill>
                <a:latin typeface="Arial Rounded MT Bold" panose="020F070403050403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5pPr>
            <a:lvl6pPr marL="26289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6pPr>
            <a:lvl7pPr marL="30861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7pPr>
            <a:lvl8pPr marL="35433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8pPr>
            <a:lvl9pPr marL="40005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9pPr>
          </a:lstStyle>
          <a:p>
            <a:pPr marL="0" indent="0" algn="ctr">
              <a:buNone/>
            </a:pPr>
            <a:r>
              <a:rPr lang="pt-BR" sz="4400" b="1" dirty="0"/>
              <a:t>E que as águas rujam e se perturbem e se abalem os montes, e se abalem os montes pela sua braveza.</a:t>
            </a:r>
          </a:p>
        </p:txBody>
      </p:sp>
      <p:sp>
        <p:nvSpPr>
          <p:cNvPr id="3100" name="Rectangle 28"/>
          <p:cNvSpPr>
            <a:spLocks noChangeArrowheads="1"/>
          </p:cNvSpPr>
          <p:nvPr/>
        </p:nvSpPr>
        <p:spPr bwMode="auto"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pt-BR" altLang="pt-BR" sz="1400">
                <a:solidFill>
                  <a:schemeClr val="bg1"/>
                </a:solidFill>
              </a:rPr>
              <a:t>1/4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003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Rectangle 23"/>
          <p:cNvSpPr>
            <a:spLocks noChangeArrowheads="1"/>
          </p:cNvSpPr>
          <p:nvPr/>
        </p:nvSpPr>
        <p:spPr bwMode="auto">
          <a:xfrm>
            <a:off x="323528" y="1556792"/>
            <a:ext cx="7931224" cy="568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28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400">
                <a:solidFill>
                  <a:schemeClr val="bg1"/>
                </a:solidFill>
                <a:latin typeface="Arial Rounded MT Bold" panose="020F0704030504030204" pitchFamily="34" charset="0"/>
              </a:defRPr>
            </a:lvl2pPr>
            <a:lvl3pPr marL="1295400" indent="-381000">
              <a:spcBef>
                <a:spcPct val="20000"/>
              </a:spcBef>
              <a:buChar char="•"/>
              <a:defRPr sz="2000">
                <a:solidFill>
                  <a:schemeClr val="bg1"/>
                </a:solidFill>
                <a:latin typeface="Arial Rounded MT Bold" panose="020F070403050403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5pPr>
            <a:lvl6pPr marL="26289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6pPr>
            <a:lvl7pPr marL="30861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7pPr>
            <a:lvl8pPr marL="35433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8pPr>
            <a:lvl9pPr marL="40005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9pPr>
          </a:lstStyle>
          <a:p>
            <a:pPr marL="0" indent="0" algn="ctr">
              <a:buNone/>
            </a:pPr>
            <a:r>
              <a:rPr lang="pt-BR" sz="4400" b="1" dirty="0"/>
              <a:t>Deus é o nosso refúgio </a:t>
            </a:r>
          </a:p>
          <a:p>
            <a:pPr marL="0" indent="0" algn="ctr">
              <a:buNone/>
            </a:pPr>
            <a:r>
              <a:rPr lang="pt-BR" sz="4400" b="1" dirty="0"/>
              <a:t>Nosso refúgio e fortaleza</a:t>
            </a:r>
          </a:p>
          <a:p>
            <a:pPr marL="0" indent="0" algn="ctr">
              <a:buNone/>
            </a:pPr>
            <a:r>
              <a:rPr lang="pt-BR" sz="4400" b="1" dirty="0"/>
              <a:t>Ele é o nosso socorro</a:t>
            </a:r>
          </a:p>
          <a:p>
            <a:pPr marL="0" indent="0" algn="ctr">
              <a:buNone/>
            </a:pPr>
            <a:r>
              <a:rPr lang="pt-BR" sz="4400" b="1" dirty="0"/>
              <a:t>Bem presente na angústia</a:t>
            </a:r>
          </a:p>
        </p:txBody>
      </p:sp>
      <p:sp>
        <p:nvSpPr>
          <p:cNvPr id="3100" name="Rectangle 28"/>
          <p:cNvSpPr>
            <a:spLocks noChangeArrowheads="1"/>
          </p:cNvSpPr>
          <p:nvPr/>
        </p:nvSpPr>
        <p:spPr bwMode="auto"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pt-BR" altLang="pt-BR" sz="1400">
                <a:solidFill>
                  <a:schemeClr val="bg1"/>
                </a:solidFill>
              </a:rPr>
              <a:t>1/4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4671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Rectangle 23"/>
          <p:cNvSpPr>
            <a:spLocks noChangeArrowheads="1"/>
          </p:cNvSpPr>
          <p:nvPr/>
        </p:nvSpPr>
        <p:spPr bwMode="auto">
          <a:xfrm>
            <a:off x="395536" y="1340768"/>
            <a:ext cx="7931224" cy="568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28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400">
                <a:solidFill>
                  <a:schemeClr val="bg1"/>
                </a:solidFill>
                <a:latin typeface="Arial Rounded MT Bold" panose="020F0704030504030204" pitchFamily="34" charset="0"/>
              </a:defRPr>
            </a:lvl2pPr>
            <a:lvl3pPr marL="1295400" indent="-381000">
              <a:spcBef>
                <a:spcPct val="20000"/>
              </a:spcBef>
              <a:buChar char="•"/>
              <a:defRPr sz="2000">
                <a:solidFill>
                  <a:schemeClr val="bg1"/>
                </a:solidFill>
                <a:latin typeface="Arial Rounded MT Bold" panose="020F070403050403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5pPr>
            <a:lvl6pPr marL="26289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6pPr>
            <a:lvl7pPr marL="30861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7pPr>
            <a:lvl8pPr marL="35433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8pPr>
            <a:lvl9pPr marL="40005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9pPr>
          </a:lstStyle>
          <a:p>
            <a:pPr marL="0" indent="0" algn="ctr">
              <a:buNone/>
            </a:pPr>
            <a:r>
              <a:rPr lang="pt-BR" sz="4400" b="1" dirty="0"/>
              <a:t>Pelo que não temeremos </a:t>
            </a:r>
          </a:p>
          <a:p>
            <a:pPr marL="0" indent="0" algn="ctr">
              <a:buNone/>
            </a:pPr>
            <a:r>
              <a:rPr lang="pt-BR" sz="4400" b="1" dirty="0"/>
              <a:t>ainda que a terra se mude</a:t>
            </a:r>
          </a:p>
          <a:p>
            <a:pPr marL="0" indent="0" algn="ctr">
              <a:buNone/>
            </a:pPr>
            <a:r>
              <a:rPr lang="pt-BR" sz="4400" b="1" dirty="0"/>
              <a:t>Ainda que os montes se transportem pra o meio, </a:t>
            </a:r>
          </a:p>
          <a:p>
            <a:pPr marL="0" indent="0" algn="ctr">
              <a:buNone/>
            </a:pPr>
            <a:r>
              <a:rPr lang="pt-BR" sz="4400" b="1" dirty="0"/>
              <a:t>pra o meio dos mares</a:t>
            </a:r>
          </a:p>
        </p:txBody>
      </p:sp>
      <p:sp>
        <p:nvSpPr>
          <p:cNvPr id="3100" name="Rectangle 28"/>
          <p:cNvSpPr>
            <a:spLocks noChangeArrowheads="1"/>
          </p:cNvSpPr>
          <p:nvPr/>
        </p:nvSpPr>
        <p:spPr bwMode="auto"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pt-BR" altLang="pt-BR" sz="1400">
                <a:solidFill>
                  <a:schemeClr val="bg1"/>
                </a:solidFill>
              </a:rPr>
              <a:t>1/4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4495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Rectangle 23"/>
          <p:cNvSpPr>
            <a:spLocks noChangeArrowheads="1"/>
          </p:cNvSpPr>
          <p:nvPr/>
        </p:nvSpPr>
        <p:spPr bwMode="auto">
          <a:xfrm>
            <a:off x="467544" y="1844824"/>
            <a:ext cx="7931224" cy="568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28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400">
                <a:solidFill>
                  <a:schemeClr val="bg1"/>
                </a:solidFill>
                <a:latin typeface="Arial Rounded MT Bold" panose="020F0704030504030204" pitchFamily="34" charset="0"/>
              </a:defRPr>
            </a:lvl2pPr>
            <a:lvl3pPr marL="1295400" indent="-381000">
              <a:spcBef>
                <a:spcPct val="20000"/>
              </a:spcBef>
              <a:buChar char="•"/>
              <a:defRPr sz="2000">
                <a:solidFill>
                  <a:schemeClr val="bg1"/>
                </a:solidFill>
                <a:latin typeface="Arial Rounded MT Bold" panose="020F070403050403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5pPr>
            <a:lvl6pPr marL="26289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6pPr>
            <a:lvl7pPr marL="30861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7pPr>
            <a:lvl8pPr marL="35433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8pPr>
            <a:lvl9pPr marL="40005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9pPr>
          </a:lstStyle>
          <a:p>
            <a:pPr marL="0" indent="0" algn="ctr">
              <a:buNone/>
            </a:pPr>
            <a:r>
              <a:rPr lang="pt-BR" sz="4400" b="1" dirty="0"/>
              <a:t>E que as águas rujam e se perturbem e se abalem os montes, e se abalem os montes pela sua braveza.</a:t>
            </a:r>
          </a:p>
        </p:txBody>
      </p:sp>
      <p:sp>
        <p:nvSpPr>
          <p:cNvPr id="3100" name="Rectangle 28"/>
          <p:cNvSpPr>
            <a:spLocks noChangeArrowheads="1"/>
          </p:cNvSpPr>
          <p:nvPr/>
        </p:nvSpPr>
        <p:spPr bwMode="auto"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pt-BR" altLang="pt-BR" sz="1400">
                <a:solidFill>
                  <a:schemeClr val="bg1"/>
                </a:solidFill>
              </a:rPr>
              <a:t>1/4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9206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Rectangle 23"/>
          <p:cNvSpPr>
            <a:spLocks noChangeArrowheads="1"/>
          </p:cNvSpPr>
          <p:nvPr/>
        </p:nvSpPr>
        <p:spPr bwMode="auto">
          <a:xfrm>
            <a:off x="395536" y="879475"/>
            <a:ext cx="7931224" cy="568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28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400">
                <a:solidFill>
                  <a:schemeClr val="bg1"/>
                </a:solidFill>
                <a:latin typeface="Arial Rounded MT Bold" panose="020F0704030504030204" pitchFamily="34" charset="0"/>
              </a:defRPr>
            </a:lvl2pPr>
            <a:lvl3pPr marL="1295400" indent="-381000">
              <a:spcBef>
                <a:spcPct val="20000"/>
              </a:spcBef>
              <a:buChar char="•"/>
              <a:defRPr sz="2000">
                <a:solidFill>
                  <a:schemeClr val="bg1"/>
                </a:solidFill>
                <a:latin typeface="Arial Rounded MT Bold" panose="020F070403050403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5pPr>
            <a:lvl6pPr marL="26289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6pPr>
            <a:lvl7pPr marL="30861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7pPr>
            <a:lvl8pPr marL="35433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8pPr>
            <a:lvl9pPr marL="40005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9pPr>
          </a:lstStyle>
          <a:p>
            <a:pPr marL="0" indent="0" algn="ctr">
              <a:buNone/>
            </a:pPr>
            <a:r>
              <a:rPr lang="pt-BR" sz="4400" b="1" dirty="0"/>
              <a:t>Deus é o nosso refúgio </a:t>
            </a:r>
          </a:p>
          <a:p>
            <a:pPr marL="0" indent="0" algn="ctr">
              <a:buNone/>
            </a:pPr>
            <a:r>
              <a:rPr lang="pt-BR" sz="4400" b="1" dirty="0"/>
              <a:t>Nosso refúgio e fortaleza</a:t>
            </a:r>
          </a:p>
          <a:p>
            <a:pPr marL="0" indent="0" algn="ctr">
              <a:buNone/>
            </a:pPr>
            <a:r>
              <a:rPr lang="pt-BR" sz="4400" b="1" dirty="0"/>
              <a:t>Ele é o nosso socorro</a:t>
            </a:r>
          </a:p>
          <a:p>
            <a:pPr marL="0" indent="0" algn="ctr">
              <a:buNone/>
            </a:pPr>
            <a:r>
              <a:rPr lang="pt-BR" sz="4400" b="1" dirty="0"/>
              <a:t>Bem presente na angústia</a:t>
            </a:r>
          </a:p>
          <a:p>
            <a:pPr marL="0" indent="0" algn="ctr">
              <a:buNone/>
            </a:pPr>
            <a:endParaRPr lang="pt-BR" sz="4400" b="1" dirty="0"/>
          </a:p>
          <a:p>
            <a:pPr marL="0" indent="0" algn="ctr">
              <a:buNone/>
            </a:pPr>
            <a:r>
              <a:rPr lang="pt-BR" sz="4400" b="1" dirty="0"/>
              <a:t>Deus é nosso refúgio</a:t>
            </a:r>
          </a:p>
        </p:txBody>
      </p:sp>
      <p:sp>
        <p:nvSpPr>
          <p:cNvPr id="3100" name="Rectangle 28"/>
          <p:cNvSpPr>
            <a:spLocks noChangeArrowheads="1"/>
          </p:cNvSpPr>
          <p:nvPr/>
        </p:nvSpPr>
        <p:spPr bwMode="auto"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pt-BR" altLang="pt-BR" sz="1400">
                <a:solidFill>
                  <a:schemeClr val="bg1"/>
                </a:solidFill>
              </a:rPr>
              <a:t>1/4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115481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Berlin Sans FB"/>
        <a:ea typeface=""/>
        <a:cs typeface=""/>
      </a:majorFont>
      <a:minorFont>
        <a:latin typeface="Arial Rounded MT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181</Words>
  <Application>Microsoft Office PowerPoint</Application>
  <PresentationFormat>Apresentação na tela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Arial Rounded MT Bold</vt:lpstr>
      <vt:lpstr>Berlin Sans FB</vt:lpstr>
      <vt:lpstr>Design padrão</vt:lpstr>
      <vt:lpstr> Salmo 46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Antífona</dc:title>
  <dc:creator>Usuario Bedeis - Mossoro</dc:creator>
  <cp:lastModifiedBy>ibrec</cp:lastModifiedBy>
  <cp:revision>6</cp:revision>
  <dcterms:created xsi:type="dcterms:W3CDTF">2018-03-19T12:47:19Z</dcterms:created>
  <dcterms:modified xsi:type="dcterms:W3CDTF">2018-06-10T18:37:00Z</dcterms:modified>
</cp:coreProperties>
</file>