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7"/>
  </p:handoutMasterIdLst>
  <p:sldIdLst>
    <p:sldId id="261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FFFF00"/>
    <a:srgbClr val="0070E0"/>
    <a:srgbClr val="FF9900"/>
    <a:srgbClr val="004E9C"/>
    <a:srgbClr val="FF9966"/>
    <a:srgbClr val="FF3300"/>
    <a:srgbClr val="007E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>
      <p:cViewPr varScale="1">
        <p:scale>
          <a:sx n="72" d="100"/>
          <a:sy n="72" d="100"/>
        </p:scale>
        <p:origin x="4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123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pt-BR" altLang="pt-B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pt-BR" altLang="pt-BR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pt-BR" altLang="pt-BR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259479A-4327-4054-B595-6B34BE84497B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269329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748762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559974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68313" y="549275"/>
            <a:ext cx="4038600" cy="590391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59313" y="549275"/>
            <a:ext cx="4038600" cy="590391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826026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131399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9644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1167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831917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502059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240206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921500" y="-12700"/>
            <a:ext cx="2149475" cy="646588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68313" y="-12700"/>
            <a:ext cx="6300787" cy="646588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050033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../abertura.pps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&#237;ndice%20cc.pps#-1,1,Slide 1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8"/>
          <p:cNvSpPr>
            <a:spLocks noChangeArrowheads="1"/>
          </p:cNvSpPr>
          <p:nvPr userDrawn="1"/>
        </p:nvSpPr>
        <p:spPr bwMode="auto">
          <a:xfrm>
            <a:off x="8734425" y="3573463"/>
            <a:ext cx="409575" cy="3284537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4B96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33" name="AutoShape 9"/>
          <p:cNvSpPr>
            <a:spLocks noChangeArrowheads="1"/>
          </p:cNvSpPr>
          <p:nvPr userDrawn="1"/>
        </p:nvSpPr>
        <p:spPr bwMode="auto">
          <a:xfrm rot="5400000">
            <a:off x="5264944" y="2978944"/>
            <a:ext cx="6858000" cy="900112"/>
          </a:xfrm>
          <a:prstGeom prst="wave">
            <a:avLst>
              <a:gd name="adj1" fmla="val 20644"/>
              <a:gd name="adj2" fmla="val 0"/>
            </a:avLst>
          </a:prstGeom>
          <a:gradFill rotWithShape="1">
            <a:gsLst>
              <a:gs pos="0">
                <a:srgbClr val="004B96"/>
              </a:gs>
              <a:gs pos="50000">
                <a:srgbClr val="3399FF"/>
              </a:gs>
              <a:gs pos="100000">
                <a:srgbClr val="004B96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8734425" y="0"/>
            <a:ext cx="409575" cy="3573463"/>
          </a:xfrm>
          <a:prstGeom prst="rect">
            <a:avLst/>
          </a:prstGeom>
          <a:gradFill rotWithShape="1">
            <a:gsLst>
              <a:gs pos="0">
                <a:srgbClr val="004B96"/>
              </a:gs>
              <a:gs pos="100000">
                <a:srgbClr val="3399FF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35" name="Rectangle 11"/>
          <p:cNvSpPr>
            <a:spLocks noChangeArrowheads="1"/>
          </p:cNvSpPr>
          <p:nvPr userDrawn="1"/>
        </p:nvSpPr>
        <p:spPr bwMode="auto">
          <a:xfrm>
            <a:off x="0" y="0"/>
            <a:ext cx="900113" cy="6858000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4B96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43" name="Rectangle 19"/>
          <p:cNvSpPr>
            <a:spLocks noChangeArrowheads="1"/>
          </p:cNvSpPr>
          <p:nvPr userDrawn="1"/>
        </p:nvSpPr>
        <p:spPr bwMode="auto">
          <a:xfrm>
            <a:off x="0" y="-3175"/>
            <a:ext cx="9144000" cy="376238"/>
          </a:xfrm>
          <a:prstGeom prst="rect">
            <a:avLst/>
          </a:prstGeom>
          <a:gradFill rotWithShape="1">
            <a:gsLst>
              <a:gs pos="0">
                <a:srgbClr val="4BB6FF"/>
              </a:gs>
              <a:gs pos="100000">
                <a:srgbClr val="0064A8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48" name="Rectangle 24"/>
          <p:cNvSpPr>
            <a:spLocks noChangeArrowheads="1"/>
          </p:cNvSpPr>
          <p:nvPr userDrawn="1"/>
        </p:nvSpPr>
        <p:spPr bwMode="auto">
          <a:xfrm>
            <a:off x="0" y="373063"/>
            <a:ext cx="9144000" cy="17462"/>
          </a:xfrm>
          <a:prstGeom prst="rect">
            <a:avLst/>
          </a:prstGeom>
          <a:gradFill rotWithShape="1">
            <a:gsLst>
              <a:gs pos="0">
                <a:srgbClr val="FFFF00"/>
              </a:gs>
              <a:gs pos="50000">
                <a:srgbClr val="FF9900"/>
              </a:gs>
              <a:gs pos="100000">
                <a:srgbClr val="FFFF0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-12700"/>
            <a:ext cx="8459787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B9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	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549275"/>
            <a:ext cx="8229600" cy="590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40" name="Rectangle 16"/>
          <p:cNvSpPr>
            <a:spLocks noChangeArrowheads="1"/>
          </p:cNvSpPr>
          <p:nvPr userDrawn="1"/>
        </p:nvSpPr>
        <p:spPr bwMode="auto">
          <a:xfrm>
            <a:off x="22225" y="115888"/>
            <a:ext cx="446088" cy="576262"/>
          </a:xfrm>
          <a:prstGeom prst="rect">
            <a:avLst/>
          </a:prstGeom>
          <a:solidFill>
            <a:srgbClr val="FF9900">
              <a:alpha val="7100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42" name="Rectangle 18"/>
          <p:cNvSpPr>
            <a:spLocks noChangeArrowheads="1"/>
          </p:cNvSpPr>
          <p:nvPr userDrawn="1"/>
        </p:nvSpPr>
        <p:spPr bwMode="auto">
          <a:xfrm>
            <a:off x="0" y="6580188"/>
            <a:ext cx="9144000" cy="304800"/>
          </a:xfrm>
          <a:prstGeom prst="rect">
            <a:avLst/>
          </a:prstGeom>
          <a:gradFill rotWithShape="1">
            <a:gsLst>
              <a:gs pos="0">
                <a:srgbClr val="0070E0"/>
              </a:gs>
              <a:gs pos="100000">
                <a:schemeClr val="accent2">
                  <a:alpha val="46001"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pt-BR" altLang="pt-BR" sz="1400">
              <a:solidFill>
                <a:schemeClr val="bg1"/>
              </a:solidFill>
            </a:endParaRPr>
          </a:p>
        </p:txBody>
      </p:sp>
      <p:sp>
        <p:nvSpPr>
          <p:cNvPr id="1049" name="Text Box 25"/>
          <p:cNvSpPr txBox="1">
            <a:spLocks noChangeArrowheads="1"/>
          </p:cNvSpPr>
          <p:nvPr userDrawn="1"/>
        </p:nvSpPr>
        <p:spPr bwMode="auto">
          <a:xfrm>
            <a:off x="6516688" y="-3175"/>
            <a:ext cx="25193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pt-BR" altLang="pt-BR" sz="1600">
                <a:solidFill>
                  <a:schemeClr val="accent2"/>
                </a:solidFill>
              </a:rPr>
              <a:t>Cantor Cristão</a:t>
            </a:r>
          </a:p>
        </p:txBody>
      </p:sp>
      <p:sp>
        <p:nvSpPr>
          <p:cNvPr id="1050" name="Text Box 26"/>
          <p:cNvSpPr txBox="1">
            <a:spLocks noChangeArrowheads="1"/>
          </p:cNvSpPr>
          <p:nvPr userDrawn="1"/>
        </p:nvSpPr>
        <p:spPr bwMode="auto">
          <a:xfrm>
            <a:off x="6497638" y="-14288"/>
            <a:ext cx="2519362" cy="336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pt-BR" altLang="pt-BR" sz="1600">
                <a:solidFill>
                  <a:schemeClr val="bg1"/>
                </a:solidFill>
              </a:rPr>
              <a:t>Cantor Cristão</a:t>
            </a:r>
          </a:p>
        </p:txBody>
      </p:sp>
      <p:sp>
        <p:nvSpPr>
          <p:cNvPr id="1051" name="AutoShape 27"/>
          <p:cNvSpPr>
            <a:spLocks noChangeArrowheads="1"/>
          </p:cNvSpPr>
          <p:nvPr userDrawn="1"/>
        </p:nvSpPr>
        <p:spPr bwMode="auto">
          <a:xfrm>
            <a:off x="7319963" y="46038"/>
            <a:ext cx="215900" cy="215900"/>
          </a:xfrm>
          <a:prstGeom prst="star5">
            <a:avLst/>
          </a:prstGeom>
          <a:solidFill>
            <a:srgbClr val="FFFF99">
              <a:alpha val="8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52" name="AutoShape 28">
            <a:hlinkClick r:id="" action="ppaction://hlinkshowjump?jump=nextslide" highlightClick="1"/>
          </p:cNvPr>
          <p:cNvSpPr>
            <a:spLocks noChangeArrowheads="1"/>
          </p:cNvSpPr>
          <p:nvPr userDrawn="1"/>
        </p:nvSpPr>
        <p:spPr bwMode="auto">
          <a:xfrm>
            <a:off x="8516938" y="6640513"/>
            <a:ext cx="144462" cy="144462"/>
          </a:xfrm>
          <a:prstGeom prst="actionButtonForwardNext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69804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53" name="AutoShape 29">
            <a:hlinkClick r:id="" action="ppaction://hlinkshowjump?jump=previousslide" highlightClick="1"/>
          </p:cNvPr>
          <p:cNvSpPr>
            <a:spLocks noChangeAspect="1" noChangeArrowheads="1"/>
          </p:cNvSpPr>
          <p:nvPr userDrawn="1"/>
        </p:nvSpPr>
        <p:spPr bwMode="auto">
          <a:xfrm>
            <a:off x="8329613" y="6640513"/>
            <a:ext cx="144462" cy="144462"/>
          </a:xfrm>
          <a:prstGeom prst="actionButtonBackPrevious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69804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54" name="AutoShape 30">
            <a:hlinkClick r:id="" action="ppaction://hlinkshowjump?jump=firstslide" highlightClick="1"/>
          </p:cNvPr>
          <p:cNvSpPr>
            <a:spLocks noChangeArrowheads="1"/>
          </p:cNvSpPr>
          <p:nvPr userDrawn="1"/>
        </p:nvSpPr>
        <p:spPr bwMode="auto">
          <a:xfrm>
            <a:off x="8140700" y="6640513"/>
            <a:ext cx="144463" cy="144462"/>
          </a:xfrm>
          <a:prstGeom prst="actionButtonBeginning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63529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55" name="AutoShape 31">
            <a:hlinkClick r:id="" action="ppaction://hlinkshowjump?jump=lastslide" highlightClick="1"/>
          </p:cNvPr>
          <p:cNvSpPr>
            <a:spLocks noChangeArrowheads="1"/>
          </p:cNvSpPr>
          <p:nvPr userDrawn="1"/>
        </p:nvSpPr>
        <p:spPr bwMode="auto">
          <a:xfrm>
            <a:off x="8704263" y="6640513"/>
            <a:ext cx="144462" cy="144462"/>
          </a:xfrm>
          <a:prstGeom prst="actionButtonEnd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60392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56" name="AutoShape 32">
            <a:hlinkClick r:id="rId14" action="ppaction://hlinkpres?slideindex=1&amp;slidetitle=Slide 1" highlightClick="1"/>
          </p:cNvPr>
          <p:cNvSpPr>
            <a:spLocks noChangeArrowheads="1"/>
          </p:cNvSpPr>
          <p:nvPr userDrawn="1"/>
        </p:nvSpPr>
        <p:spPr bwMode="auto">
          <a:xfrm>
            <a:off x="7951788" y="6640513"/>
            <a:ext cx="144462" cy="144462"/>
          </a:xfrm>
          <a:prstGeom prst="actionButtonHome">
            <a:avLst/>
          </a:prstGeom>
          <a:gradFill rotWithShape="1">
            <a:gsLst>
              <a:gs pos="0">
                <a:srgbClr val="00CC00"/>
              </a:gs>
              <a:gs pos="100000">
                <a:srgbClr val="0099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61" name="AutoShape 37">
            <a:hlinkClick r:id="rId15" action="ppaction://hlinkpres?slideindex=1&amp;slidetitle=" highlightClick="1"/>
          </p:cNvPr>
          <p:cNvSpPr>
            <a:spLocks noChangeAspect="1" noChangeArrowheads="1"/>
          </p:cNvSpPr>
          <p:nvPr userDrawn="1"/>
        </p:nvSpPr>
        <p:spPr bwMode="auto">
          <a:xfrm>
            <a:off x="7769225" y="6640513"/>
            <a:ext cx="144463" cy="144462"/>
          </a:xfrm>
          <a:prstGeom prst="actionButtonReturn">
            <a:avLst/>
          </a:prstGeom>
          <a:gradFill rotWithShape="1">
            <a:gsLst>
              <a:gs pos="0">
                <a:srgbClr val="FFFF00"/>
              </a:gs>
              <a:gs pos="100000">
                <a:srgbClr val="FF99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pic>
        <p:nvPicPr>
          <p:cNvPr id="1068" name="Picture 44" descr="WindowsXP (119)"/>
          <p:cNvPicPr>
            <a:picLocks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3" y="-26988"/>
            <a:ext cx="360363" cy="1079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FF9933">
                      <a:alpha val="50000"/>
                    </a:srgbClr>
                  </a:outerShdw>
                </a:effectLst>
              </a14:hiddenEffects>
            </a:ext>
          </a:extLst>
        </p:spPr>
      </p:pic>
      <p:sp>
        <p:nvSpPr>
          <p:cNvPr id="1069" name="AutoShape 45">
            <a:hlinkClick r:id="" action="ppaction://hlinkshowjump?jump=endshow" highlightClick="1"/>
          </p:cNvPr>
          <p:cNvSpPr>
            <a:spLocks noChangeArrowheads="1"/>
          </p:cNvSpPr>
          <p:nvPr userDrawn="1"/>
        </p:nvSpPr>
        <p:spPr bwMode="auto">
          <a:xfrm>
            <a:off x="8893175" y="6640513"/>
            <a:ext cx="144463" cy="144462"/>
          </a:xfrm>
          <a:prstGeom prst="actionButtonBlank">
            <a:avLst/>
          </a:prstGeom>
          <a:gradFill rotWithShape="1">
            <a:gsLst>
              <a:gs pos="0">
                <a:srgbClr val="FF9966"/>
              </a:gs>
              <a:gs pos="50000">
                <a:srgbClr val="FF3300"/>
              </a:gs>
              <a:gs pos="100000">
                <a:srgbClr val="FF9966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altLang="pt-BR" sz="1000" b="1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1070" name="Music"/>
          <p:cNvSpPr>
            <a:spLocks noEditPoints="1" noChangeArrowheads="1"/>
          </p:cNvSpPr>
          <p:nvPr userDrawn="1"/>
        </p:nvSpPr>
        <p:spPr bwMode="auto">
          <a:xfrm>
            <a:off x="8089900" y="5364163"/>
            <a:ext cx="369888" cy="441325"/>
          </a:xfrm>
          <a:custGeom>
            <a:avLst/>
            <a:gdLst>
              <a:gd name="T0" fmla="*/ 7352 w 21600"/>
              <a:gd name="T1" fmla="*/ 46 h 21600"/>
              <a:gd name="T2" fmla="*/ 7373 w 21600"/>
              <a:gd name="T3" fmla="*/ 9900 h 21600"/>
              <a:gd name="T4" fmla="*/ 21683 w 21600"/>
              <a:gd name="T5" fmla="*/ 10061 h 21600"/>
              <a:gd name="T6" fmla="*/ 7352 w 21600"/>
              <a:gd name="T7" fmla="*/ 46 h 21600"/>
              <a:gd name="T8" fmla="*/ 21600 w 21600"/>
              <a:gd name="T9" fmla="*/ 0 h 21600"/>
              <a:gd name="T10" fmla="*/ 7975 w 21600"/>
              <a:gd name="T11" fmla="*/ 923 h 21600"/>
              <a:gd name="T12" fmla="*/ 20935 w 21600"/>
              <a:gd name="T13" fmla="*/ 535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21600" h="21600">
                <a:moveTo>
                  <a:pt x="7352" y="46"/>
                </a:moveTo>
                <a:lnTo>
                  <a:pt x="7373" y="9900"/>
                </a:lnTo>
                <a:lnTo>
                  <a:pt x="7352" y="16107"/>
                </a:lnTo>
                <a:lnTo>
                  <a:pt x="7103" y="15969"/>
                </a:lnTo>
                <a:lnTo>
                  <a:pt x="6729" y="15692"/>
                </a:lnTo>
                <a:lnTo>
                  <a:pt x="6355" y="15553"/>
                </a:lnTo>
                <a:lnTo>
                  <a:pt x="5981" y="15415"/>
                </a:lnTo>
                <a:lnTo>
                  <a:pt x="5607" y="15276"/>
                </a:lnTo>
                <a:lnTo>
                  <a:pt x="5109" y="15138"/>
                </a:lnTo>
                <a:lnTo>
                  <a:pt x="4735" y="15138"/>
                </a:lnTo>
                <a:lnTo>
                  <a:pt x="4236" y="15138"/>
                </a:lnTo>
                <a:lnTo>
                  <a:pt x="3364" y="15138"/>
                </a:lnTo>
                <a:lnTo>
                  <a:pt x="2616" y="15276"/>
                </a:lnTo>
                <a:lnTo>
                  <a:pt x="1869" y="15692"/>
                </a:lnTo>
                <a:lnTo>
                  <a:pt x="1246" y="15969"/>
                </a:lnTo>
                <a:lnTo>
                  <a:pt x="747" y="16523"/>
                </a:lnTo>
                <a:lnTo>
                  <a:pt x="373" y="17076"/>
                </a:lnTo>
                <a:lnTo>
                  <a:pt x="124" y="17630"/>
                </a:lnTo>
                <a:lnTo>
                  <a:pt x="0" y="18323"/>
                </a:lnTo>
                <a:lnTo>
                  <a:pt x="124" y="19015"/>
                </a:lnTo>
                <a:lnTo>
                  <a:pt x="373" y="19569"/>
                </a:lnTo>
                <a:lnTo>
                  <a:pt x="747" y="20123"/>
                </a:lnTo>
                <a:lnTo>
                  <a:pt x="1246" y="20676"/>
                </a:lnTo>
                <a:lnTo>
                  <a:pt x="1869" y="21092"/>
                </a:lnTo>
                <a:lnTo>
                  <a:pt x="2616" y="21369"/>
                </a:lnTo>
                <a:lnTo>
                  <a:pt x="3364" y="21507"/>
                </a:lnTo>
                <a:lnTo>
                  <a:pt x="4236" y="21646"/>
                </a:lnTo>
                <a:lnTo>
                  <a:pt x="5109" y="21507"/>
                </a:lnTo>
                <a:lnTo>
                  <a:pt x="5856" y="21369"/>
                </a:lnTo>
                <a:lnTo>
                  <a:pt x="6604" y="21092"/>
                </a:lnTo>
                <a:lnTo>
                  <a:pt x="7227" y="20676"/>
                </a:lnTo>
                <a:lnTo>
                  <a:pt x="7726" y="20123"/>
                </a:lnTo>
                <a:lnTo>
                  <a:pt x="8100" y="19569"/>
                </a:lnTo>
                <a:lnTo>
                  <a:pt x="8349" y="19015"/>
                </a:lnTo>
                <a:lnTo>
                  <a:pt x="8473" y="18323"/>
                </a:lnTo>
                <a:lnTo>
                  <a:pt x="8473" y="6276"/>
                </a:lnTo>
                <a:lnTo>
                  <a:pt x="20561" y="6276"/>
                </a:lnTo>
                <a:lnTo>
                  <a:pt x="20561" y="16107"/>
                </a:lnTo>
                <a:lnTo>
                  <a:pt x="20187" y="15830"/>
                </a:lnTo>
                <a:lnTo>
                  <a:pt x="19938" y="15692"/>
                </a:lnTo>
                <a:lnTo>
                  <a:pt x="19564" y="15553"/>
                </a:lnTo>
                <a:lnTo>
                  <a:pt x="19190" y="15415"/>
                </a:lnTo>
                <a:lnTo>
                  <a:pt x="18692" y="15276"/>
                </a:lnTo>
                <a:lnTo>
                  <a:pt x="18318" y="15138"/>
                </a:lnTo>
                <a:lnTo>
                  <a:pt x="17944" y="15138"/>
                </a:lnTo>
                <a:lnTo>
                  <a:pt x="17446" y="15138"/>
                </a:lnTo>
                <a:lnTo>
                  <a:pt x="16573" y="15138"/>
                </a:lnTo>
                <a:lnTo>
                  <a:pt x="15826" y="15276"/>
                </a:lnTo>
                <a:lnTo>
                  <a:pt x="15078" y="15692"/>
                </a:lnTo>
                <a:lnTo>
                  <a:pt x="14455" y="15969"/>
                </a:lnTo>
                <a:lnTo>
                  <a:pt x="13956" y="16523"/>
                </a:lnTo>
                <a:lnTo>
                  <a:pt x="13583" y="17076"/>
                </a:lnTo>
                <a:lnTo>
                  <a:pt x="13333" y="17630"/>
                </a:lnTo>
                <a:lnTo>
                  <a:pt x="13209" y="18323"/>
                </a:lnTo>
                <a:lnTo>
                  <a:pt x="13333" y="19015"/>
                </a:lnTo>
                <a:lnTo>
                  <a:pt x="13583" y="19569"/>
                </a:lnTo>
                <a:lnTo>
                  <a:pt x="13956" y="20123"/>
                </a:lnTo>
                <a:lnTo>
                  <a:pt x="14455" y="20676"/>
                </a:lnTo>
                <a:lnTo>
                  <a:pt x="15078" y="21092"/>
                </a:lnTo>
                <a:lnTo>
                  <a:pt x="15826" y="21369"/>
                </a:lnTo>
                <a:lnTo>
                  <a:pt x="16573" y="21507"/>
                </a:lnTo>
                <a:lnTo>
                  <a:pt x="17446" y="21646"/>
                </a:lnTo>
                <a:lnTo>
                  <a:pt x="18318" y="21507"/>
                </a:lnTo>
                <a:lnTo>
                  <a:pt x="19066" y="21369"/>
                </a:lnTo>
                <a:lnTo>
                  <a:pt x="19813" y="21092"/>
                </a:lnTo>
                <a:lnTo>
                  <a:pt x="20436" y="20676"/>
                </a:lnTo>
                <a:lnTo>
                  <a:pt x="20935" y="20123"/>
                </a:lnTo>
                <a:lnTo>
                  <a:pt x="21309" y="19569"/>
                </a:lnTo>
                <a:lnTo>
                  <a:pt x="21558" y="19015"/>
                </a:lnTo>
                <a:lnTo>
                  <a:pt x="21683" y="18323"/>
                </a:lnTo>
                <a:lnTo>
                  <a:pt x="21683" y="10061"/>
                </a:lnTo>
                <a:lnTo>
                  <a:pt x="21683" y="46"/>
                </a:lnTo>
                <a:lnTo>
                  <a:pt x="7352" y="46"/>
                </a:ln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50000">
                <a:srgbClr val="004B96"/>
              </a:gs>
              <a:gs pos="100000">
                <a:srgbClr val="66CC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71" name="Music"/>
          <p:cNvSpPr>
            <a:spLocks noEditPoints="1" noChangeArrowheads="1"/>
          </p:cNvSpPr>
          <p:nvPr userDrawn="1"/>
        </p:nvSpPr>
        <p:spPr bwMode="auto">
          <a:xfrm>
            <a:off x="8451850" y="3500438"/>
            <a:ext cx="441325" cy="442912"/>
          </a:xfrm>
          <a:custGeom>
            <a:avLst/>
            <a:gdLst>
              <a:gd name="T0" fmla="*/ 7352 w 21600"/>
              <a:gd name="T1" fmla="*/ 46 h 21600"/>
              <a:gd name="T2" fmla="*/ 7373 w 21600"/>
              <a:gd name="T3" fmla="*/ 9900 h 21600"/>
              <a:gd name="T4" fmla="*/ 21683 w 21600"/>
              <a:gd name="T5" fmla="*/ 10061 h 21600"/>
              <a:gd name="T6" fmla="*/ 7352 w 21600"/>
              <a:gd name="T7" fmla="*/ 46 h 21600"/>
              <a:gd name="T8" fmla="*/ 21600 w 21600"/>
              <a:gd name="T9" fmla="*/ 0 h 21600"/>
              <a:gd name="T10" fmla="*/ 7975 w 21600"/>
              <a:gd name="T11" fmla="*/ 923 h 21600"/>
              <a:gd name="T12" fmla="*/ 20935 w 21600"/>
              <a:gd name="T13" fmla="*/ 535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21600" h="21600">
                <a:moveTo>
                  <a:pt x="7352" y="46"/>
                </a:moveTo>
                <a:lnTo>
                  <a:pt x="7373" y="9900"/>
                </a:lnTo>
                <a:lnTo>
                  <a:pt x="7352" y="16107"/>
                </a:lnTo>
                <a:lnTo>
                  <a:pt x="7103" y="15969"/>
                </a:lnTo>
                <a:lnTo>
                  <a:pt x="6729" y="15692"/>
                </a:lnTo>
                <a:lnTo>
                  <a:pt x="6355" y="15553"/>
                </a:lnTo>
                <a:lnTo>
                  <a:pt x="5981" y="15415"/>
                </a:lnTo>
                <a:lnTo>
                  <a:pt x="5607" y="15276"/>
                </a:lnTo>
                <a:lnTo>
                  <a:pt x="5109" y="15138"/>
                </a:lnTo>
                <a:lnTo>
                  <a:pt x="4735" y="15138"/>
                </a:lnTo>
                <a:lnTo>
                  <a:pt x="4236" y="15138"/>
                </a:lnTo>
                <a:lnTo>
                  <a:pt x="3364" y="15138"/>
                </a:lnTo>
                <a:lnTo>
                  <a:pt x="2616" y="15276"/>
                </a:lnTo>
                <a:lnTo>
                  <a:pt x="1869" y="15692"/>
                </a:lnTo>
                <a:lnTo>
                  <a:pt x="1246" y="15969"/>
                </a:lnTo>
                <a:lnTo>
                  <a:pt x="747" y="16523"/>
                </a:lnTo>
                <a:lnTo>
                  <a:pt x="373" y="17076"/>
                </a:lnTo>
                <a:lnTo>
                  <a:pt x="124" y="17630"/>
                </a:lnTo>
                <a:lnTo>
                  <a:pt x="0" y="18323"/>
                </a:lnTo>
                <a:lnTo>
                  <a:pt x="124" y="19015"/>
                </a:lnTo>
                <a:lnTo>
                  <a:pt x="373" y="19569"/>
                </a:lnTo>
                <a:lnTo>
                  <a:pt x="747" y="20123"/>
                </a:lnTo>
                <a:lnTo>
                  <a:pt x="1246" y="20676"/>
                </a:lnTo>
                <a:lnTo>
                  <a:pt x="1869" y="21092"/>
                </a:lnTo>
                <a:lnTo>
                  <a:pt x="2616" y="21369"/>
                </a:lnTo>
                <a:lnTo>
                  <a:pt x="3364" y="21507"/>
                </a:lnTo>
                <a:lnTo>
                  <a:pt x="4236" y="21646"/>
                </a:lnTo>
                <a:lnTo>
                  <a:pt x="5109" y="21507"/>
                </a:lnTo>
                <a:lnTo>
                  <a:pt x="5856" y="21369"/>
                </a:lnTo>
                <a:lnTo>
                  <a:pt x="6604" y="21092"/>
                </a:lnTo>
                <a:lnTo>
                  <a:pt x="7227" y="20676"/>
                </a:lnTo>
                <a:lnTo>
                  <a:pt x="7726" y="20123"/>
                </a:lnTo>
                <a:lnTo>
                  <a:pt x="8100" y="19569"/>
                </a:lnTo>
                <a:lnTo>
                  <a:pt x="8349" y="19015"/>
                </a:lnTo>
                <a:lnTo>
                  <a:pt x="8473" y="18323"/>
                </a:lnTo>
                <a:lnTo>
                  <a:pt x="8473" y="6276"/>
                </a:lnTo>
                <a:lnTo>
                  <a:pt x="20561" y="6276"/>
                </a:lnTo>
                <a:lnTo>
                  <a:pt x="20561" y="16107"/>
                </a:lnTo>
                <a:lnTo>
                  <a:pt x="20187" y="15830"/>
                </a:lnTo>
                <a:lnTo>
                  <a:pt x="19938" y="15692"/>
                </a:lnTo>
                <a:lnTo>
                  <a:pt x="19564" y="15553"/>
                </a:lnTo>
                <a:lnTo>
                  <a:pt x="19190" y="15415"/>
                </a:lnTo>
                <a:lnTo>
                  <a:pt x="18692" y="15276"/>
                </a:lnTo>
                <a:lnTo>
                  <a:pt x="18318" y="15138"/>
                </a:lnTo>
                <a:lnTo>
                  <a:pt x="17944" y="15138"/>
                </a:lnTo>
                <a:lnTo>
                  <a:pt x="17446" y="15138"/>
                </a:lnTo>
                <a:lnTo>
                  <a:pt x="16573" y="15138"/>
                </a:lnTo>
                <a:lnTo>
                  <a:pt x="15826" y="15276"/>
                </a:lnTo>
                <a:lnTo>
                  <a:pt x="15078" y="15692"/>
                </a:lnTo>
                <a:lnTo>
                  <a:pt x="14455" y="15969"/>
                </a:lnTo>
                <a:lnTo>
                  <a:pt x="13956" y="16523"/>
                </a:lnTo>
                <a:lnTo>
                  <a:pt x="13583" y="17076"/>
                </a:lnTo>
                <a:lnTo>
                  <a:pt x="13333" y="17630"/>
                </a:lnTo>
                <a:lnTo>
                  <a:pt x="13209" y="18323"/>
                </a:lnTo>
                <a:lnTo>
                  <a:pt x="13333" y="19015"/>
                </a:lnTo>
                <a:lnTo>
                  <a:pt x="13583" y="19569"/>
                </a:lnTo>
                <a:lnTo>
                  <a:pt x="13956" y="20123"/>
                </a:lnTo>
                <a:lnTo>
                  <a:pt x="14455" y="20676"/>
                </a:lnTo>
                <a:lnTo>
                  <a:pt x="15078" y="21092"/>
                </a:lnTo>
                <a:lnTo>
                  <a:pt x="15826" y="21369"/>
                </a:lnTo>
                <a:lnTo>
                  <a:pt x="16573" y="21507"/>
                </a:lnTo>
                <a:lnTo>
                  <a:pt x="17446" y="21646"/>
                </a:lnTo>
                <a:lnTo>
                  <a:pt x="18318" y="21507"/>
                </a:lnTo>
                <a:lnTo>
                  <a:pt x="19066" y="21369"/>
                </a:lnTo>
                <a:lnTo>
                  <a:pt x="19813" y="21092"/>
                </a:lnTo>
                <a:lnTo>
                  <a:pt x="20436" y="20676"/>
                </a:lnTo>
                <a:lnTo>
                  <a:pt x="20935" y="20123"/>
                </a:lnTo>
                <a:lnTo>
                  <a:pt x="21309" y="19569"/>
                </a:lnTo>
                <a:lnTo>
                  <a:pt x="21558" y="19015"/>
                </a:lnTo>
                <a:lnTo>
                  <a:pt x="21683" y="18323"/>
                </a:lnTo>
                <a:lnTo>
                  <a:pt x="21683" y="10061"/>
                </a:lnTo>
                <a:lnTo>
                  <a:pt x="21683" y="46"/>
                </a:lnTo>
                <a:lnTo>
                  <a:pt x="7352" y="46"/>
                </a:ln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50000">
                <a:srgbClr val="004B96"/>
              </a:gs>
              <a:gs pos="100000">
                <a:srgbClr val="66CC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72" name="Music"/>
          <p:cNvSpPr>
            <a:spLocks noEditPoints="1" noChangeArrowheads="1"/>
          </p:cNvSpPr>
          <p:nvPr userDrawn="1"/>
        </p:nvSpPr>
        <p:spPr bwMode="auto">
          <a:xfrm>
            <a:off x="8388350" y="900113"/>
            <a:ext cx="223838" cy="296862"/>
          </a:xfrm>
          <a:custGeom>
            <a:avLst/>
            <a:gdLst>
              <a:gd name="T0" fmla="*/ 7352 w 21600"/>
              <a:gd name="T1" fmla="*/ 46 h 21600"/>
              <a:gd name="T2" fmla="*/ 7373 w 21600"/>
              <a:gd name="T3" fmla="*/ 9900 h 21600"/>
              <a:gd name="T4" fmla="*/ 21683 w 21600"/>
              <a:gd name="T5" fmla="*/ 10061 h 21600"/>
              <a:gd name="T6" fmla="*/ 7352 w 21600"/>
              <a:gd name="T7" fmla="*/ 46 h 21600"/>
              <a:gd name="T8" fmla="*/ 21600 w 21600"/>
              <a:gd name="T9" fmla="*/ 0 h 21600"/>
              <a:gd name="T10" fmla="*/ 7975 w 21600"/>
              <a:gd name="T11" fmla="*/ 923 h 21600"/>
              <a:gd name="T12" fmla="*/ 20935 w 21600"/>
              <a:gd name="T13" fmla="*/ 535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21600" h="21600">
                <a:moveTo>
                  <a:pt x="7352" y="46"/>
                </a:moveTo>
                <a:lnTo>
                  <a:pt x="7373" y="9900"/>
                </a:lnTo>
                <a:lnTo>
                  <a:pt x="7352" y="16107"/>
                </a:lnTo>
                <a:lnTo>
                  <a:pt x="7103" y="15969"/>
                </a:lnTo>
                <a:lnTo>
                  <a:pt x="6729" y="15692"/>
                </a:lnTo>
                <a:lnTo>
                  <a:pt x="6355" y="15553"/>
                </a:lnTo>
                <a:lnTo>
                  <a:pt x="5981" y="15415"/>
                </a:lnTo>
                <a:lnTo>
                  <a:pt x="5607" y="15276"/>
                </a:lnTo>
                <a:lnTo>
                  <a:pt x="5109" y="15138"/>
                </a:lnTo>
                <a:lnTo>
                  <a:pt x="4735" y="15138"/>
                </a:lnTo>
                <a:lnTo>
                  <a:pt x="4236" y="15138"/>
                </a:lnTo>
                <a:lnTo>
                  <a:pt x="3364" y="15138"/>
                </a:lnTo>
                <a:lnTo>
                  <a:pt x="2616" y="15276"/>
                </a:lnTo>
                <a:lnTo>
                  <a:pt x="1869" y="15692"/>
                </a:lnTo>
                <a:lnTo>
                  <a:pt x="1246" y="15969"/>
                </a:lnTo>
                <a:lnTo>
                  <a:pt x="747" y="16523"/>
                </a:lnTo>
                <a:lnTo>
                  <a:pt x="373" y="17076"/>
                </a:lnTo>
                <a:lnTo>
                  <a:pt x="124" y="17630"/>
                </a:lnTo>
                <a:lnTo>
                  <a:pt x="0" y="18323"/>
                </a:lnTo>
                <a:lnTo>
                  <a:pt x="124" y="19015"/>
                </a:lnTo>
                <a:lnTo>
                  <a:pt x="373" y="19569"/>
                </a:lnTo>
                <a:lnTo>
                  <a:pt x="747" y="20123"/>
                </a:lnTo>
                <a:lnTo>
                  <a:pt x="1246" y="20676"/>
                </a:lnTo>
                <a:lnTo>
                  <a:pt x="1869" y="21092"/>
                </a:lnTo>
                <a:lnTo>
                  <a:pt x="2616" y="21369"/>
                </a:lnTo>
                <a:lnTo>
                  <a:pt x="3364" y="21507"/>
                </a:lnTo>
                <a:lnTo>
                  <a:pt x="4236" y="21646"/>
                </a:lnTo>
                <a:lnTo>
                  <a:pt x="5109" y="21507"/>
                </a:lnTo>
                <a:lnTo>
                  <a:pt x="5856" y="21369"/>
                </a:lnTo>
                <a:lnTo>
                  <a:pt x="6604" y="21092"/>
                </a:lnTo>
                <a:lnTo>
                  <a:pt x="7227" y="20676"/>
                </a:lnTo>
                <a:lnTo>
                  <a:pt x="7726" y="20123"/>
                </a:lnTo>
                <a:lnTo>
                  <a:pt x="8100" y="19569"/>
                </a:lnTo>
                <a:lnTo>
                  <a:pt x="8349" y="19015"/>
                </a:lnTo>
                <a:lnTo>
                  <a:pt x="8473" y="18323"/>
                </a:lnTo>
                <a:lnTo>
                  <a:pt x="8473" y="6276"/>
                </a:lnTo>
                <a:lnTo>
                  <a:pt x="20561" y="6276"/>
                </a:lnTo>
                <a:lnTo>
                  <a:pt x="20561" y="16107"/>
                </a:lnTo>
                <a:lnTo>
                  <a:pt x="20187" y="15830"/>
                </a:lnTo>
                <a:lnTo>
                  <a:pt x="19938" y="15692"/>
                </a:lnTo>
                <a:lnTo>
                  <a:pt x="19564" y="15553"/>
                </a:lnTo>
                <a:lnTo>
                  <a:pt x="19190" y="15415"/>
                </a:lnTo>
                <a:lnTo>
                  <a:pt x="18692" y="15276"/>
                </a:lnTo>
                <a:lnTo>
                  <a:pt x="18318" y="15138"/>
                </a:lnTo>
                <a:lnTo>
                  <a:pt x="17944" y="15138"/>
                </a:lnTo>
                <a:lnTo>
                  <a:pt x="17446" y="15138"/>
                </a:lnTo>
                <a:lnTo>
                  <a:pt x="16573" y="15138"/>
                </a:lnTo>
                <a:lnTo>
                  <a:pt x="15826" y="15276"/>
                </a:lnTo>
                <a:lnTo>
                  <a:pt x="15078" y="15692"/>
                </a:lnTo>
                <a:lnTo>
                  <a:pt x="14455" y="15969"/>
                </a:lnTo>
                <a:lnTo>
                  <a:pt x="13956" y="16523"/>
                </a:lnTo>
                <a:lnTo>
                  <a:pt x="13583" y="17076"/>
                </a:lnTo>
                <a:lnTo>
                  <a:pt x="13333" y="17630"/>
                </a:lnTo>
                <a:lnTo>
                  <a:pt x="13209" y="18323"/>
                </a:lnTo>
                <a:lnTo>
                  <a:pt x="13333" y="19015"/>
                </a:lnTo>
                <a:lnTo>
                  <a:pt x="13583" y="19569"/>
                </a:lnTo>
                <a:lnTo>
                  <a:pt x="13956" y="20123"/>
                </a:lnTo>
                <a:lnTo>
                  <a:pt x="14455" y="20676"/>
                </a:lnTo>
                <a:lnTo>
                  <a:pt x="15078" y="21092"/>
                </a:lnTo>
                <a:lnTo>
                  <a:pt x="15826" y="21369"/>
                </a:lnTo>
                <a:lnTo>
                  <a:pt x="16573" y="21507"/>
                </a:lnTo>
                <a:lnTo>
                  <a:pt x="17446" y="21646"/>
                </a:lnTo>
                <a:lnTo>
                  <a:pt x="18318" y="21507"/>
                </a:lnTo>
                <a:lnTo>
                  <a:pt x="19066" y="21369"/>
                </a:lnTo>
                <a:lnTo>
                  <a:pt x="19813" y="21092"/>
                </a:lnTo>
                <a:lnTo>
                  <a:pt x="20436" y="20676"/>
                </a:lnTo>
                <a:lnTo>
                  <a:pt x="20935" y="20123"/>
                </a:lnTo>
                <a:lnTo>
                  <a:pt x="21309" y="19569"/>
                </a:lnTo>
                <a:lnTo>
                  <a:pt x="21558" y="19015"/>
                </a:lnTo>
                <a:lnTo>
                  <a:pt x="21683" y="18323"/>
                </a:lnTo>
                <a:lnTo>
                  <a:pt x="21683" y="10061"/>
                </a:lnTo>
                <a:lnTo>
                  <a:pt x="21683" y="46"/>
                </a:lnTo>
                <a:lnTo>
                  <a:pt x="7352" y="46"/>
                </a:ln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50000">
                <a:srgbClr val="004B96"/>
              </a:gs>
              <a:gs pos="100000">
                <a:srgbClr val="66CC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73" name="Music"/>
          <p:cNvSpPr>
            <a:spLocks noEditPoints="1" noChangeArrowheads="1"/>
          </p:cNvSpPr>
          <p:nvPr userDrawn="1"/>
        </p:nvSpPr>
        <p:spPr bwMode="auto">
          <a:xfrm>
            <a:off x="107950" y="1700213"/>
            <a:ext cx="223838" cy="296862"/>
          </a:xfrm>
          <a:custGeom>
            <a:avLst/>
            <a:gdLst>
              <a:gd name="T0" fmla="*/ 7352 w 21600"/>
              <a:gd name="T1" fmla="*/ 46 h 21600"/>
              <a:gd name="T2" fmla="*/ 7373 w 21600"/>
              <a:gd name="T3" fmla="*/ 9900 h 21600"/>
              <a:gd name="T4" fmla="*/ 21683 w 21600"/>
              <a:gd name="T5" fmla="*/ 10061 h 21600"/>
              <a:gd name="T6" fmla="*/ 7352 w 21600"/>
              <a:gd name="T7" fmla="*/ 46 h 21600"/>
              <a:gd name="T8" fmla="*/ 21600 w 21600"/>
              <a:gd name="T9" fmla="*/ 0 h 21600"/>
              <a:gd name="T10" fmla="*/ 7975 w 21600"/>
              <a:gd name="T11" fmla="*/ 923 h 21600"/>
              <a:gd name="T12" fmla="*/ 20935 w 21600"/>
              <a:gd name="T13" fmla="*/ 535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21600" h="21600">
                <a:moveTo>
                  <a:pt x="7352" y="46"/>
                </a:moveTo>
                <a:lnTo>
                  <a:pt x="7373" y="9900"/>
                </a:lnTo>
                <a:lnTo>
                  <a:pt x="7352" y="16107"/>
                </a:lnTo>
                <a:lnTo>
                  <a:pt x="7103" y="15969"/>
                </a:lnTo>
                <a:lnTo>
                  <a:pt x="6729" y="15692"/>
                </a:lnTo>
                <a:lnTo>
                  <a:pt x="6355" y="15553"/>
                </a:lnTo>
                <a:lnTo>
                  <a:pt x="5981" y="15415"/>
                </a:lnTo>
                <a:lnTo>
                  <a:pt x="5607" y="15276"/>
                </a:lnTo>
                <a:lnTo>
                  <a:pt x="5109" y="15138"/>
                </a:lnTo>
                <a:lnTo>
                  <a:pt x="4735" y="15138"/>
                </a:lnTo>
                <a:lnTo>
                  <a:pt x="4236" y="15138"/>
                </a:lnTo>
                <a:lnTo>
                  <a:pt x="3364" y="15138"/>
                </a:lnTo>
                <a:lnTo>
                  <a:pt x="2616" y="15276"/>
                </a:lnTo>
                <a:lnTo>
                  <a:pt x="1869" y="15692"/>
                </a:lnTo>
                <a:lnTo>
                  <a:pt x="1246" y="15969"/>
                </a:lnTo>
                <a:lnTo>
                  <a:pt x="747" y="16523"/>
                </a:lnTo>
                <a:lnTo>
                  <a:pt x="373" y="17076"/>
                </a:lnTo>
                <a:lnTo>
                  <a:pt x="124" y="17630"/>
                </a:lnTo>
                <a:lnTo>
                  <a:pt x="0" y="18323"/>
                </a:lnTo>
                <a:lnTo>
                  <a:pt x="124" y="19015"/>
                </a:lnTo>
                <a:lnTo>
                  <a:pt x="373" y="19569"/>
                </a:lnTo>
                <a:lnTo>
                  <a:pt x="747" y="20123"/>
                </a:lnTo>
                <a:lnTo>
                  <a:pt x="1246" y="20676"/>
                </a:lnTo>
                <a:lnTo>
                  <a:pt x="1869" y="21092"/>
                </a:lnTo>
                <a:lnTo>
                  <a:pt x="2616" y="21369"/>
                </a:lnTo>
                <a:lnTo>
                  <a:pt x="3364" y="21507"/>
                </a:lnTo>
                <a:lnTo>
                  <a:pt x="4236" y="21646"/>
                </a:lnTo>
                <a:lnTo>
                  <a:pt x="5109" y="21507"/>
                </a:lnTo>
                <a:lnTo>
                  <a:pt x="5856" y="21369"/>
                </a:lnTo>
                <a:lnTo>
                  <a:pt x="6604" y="21092"/>
                </a:lnTo>
                <a:lnTo>
                  <a:pt x="7227" y="20676"/>
                </a:lnTo>
                <a:lnTo>
                  <a:pt x="7726" y="20123"/>
                </a:lnTo>
                <a:lnTo>
                  <a:pt x="8100" y="19569"/>
                </a:lnTo>
                <a:lnTo>
                  <a:pt x="8349" y="19015"/>
                </a:lnTo>
                <a:lnTo>
                  <a:pt x="8473" y="18323"/>
                </a:lnTo>
                <a:lnTo>
                  <a:pt x="8473" y="6276"/>
                </a:lnTo>
                <a:lnTo>
                  <a:pt x="20561" y="6276"/>
                </a:lnTo>
                <a:lnTo>
                  <a:pt x="20561" y="16107"/>
                </a:lnTo>
                <a:lnTo>
                  <a:pt x="20187" y="15830"/>
                </a:lnTo>
                <a:lnTo>
                  <a:pt x="19938" y="15692"/>
                </a:lnTo>
                <a:lnTo>
                  <a:pt x="19564" y="15553"/>
                </a:lnTo>
                <a:lnTo>
                  <a:pt x="19190" y="15415"/>
                </a:lnTo>
                <a:lnTo>
                  <a:pt x="18692" y="15276"/>
                </a:lnTo>
                <a:lnTo>
                  <a:pt x="18318" y="15138"/>
                </a:lnTo>
                <a:lnTo>
                  <a:pt x="17944" y="15138"/>
                </a:lnTo>
                <a:lnTo>
                  <a:pt x="17446" y="15138"/>
                </a:lnTo>
                <a:lnTo>
                  <a:pt x="16573" y="15138"/>
                </a:lnTo>
                <a:lnTo>
                  <a:pt x="15826" y="15276"/>
                </a:lnTo>
                <a:lnTo>
                  <a:pt x="15078" y="15692"/>
                </a:lnTo>
                <a:lnTo>
                  <a:pt x="14455" y="15969"/>
                </a:lnTo>
                <a:lnTo>
                  <a:pt x="13956" y="16523"/>
                </a:lnTo>
                <a:lnTo>
                  <a:pt x="13583" y="17076"/>
                </a:lnTo>
                <a:lnTo>
                  <a:pt x="13333" y="17630"/>
                </a:lnTo>
                <a:lnTo>
                  <a:pt x="13209" y="18323"/>
                </a:lnTo>
                <a:lnTo>
                  <a:pt x="13333" y="19015"/>
                </a:lnTo>
                <a:lnTo>
                  <a:pt x="13583" y="19569"/>
                </a:lnTo>
                <a:lnTo>
                  <a:pt x="13956" y="20123"/>
                </a:lnTo>
                <a:lnTo>
                  <a:pt x="14455" y="20676"/>
                </a:lnTo>
                <a:lnTo>
                  <a:pt x="15078" y="21092"/>
                </a:lnTo>
                <a:lnTo>
                  <a:pt x="15826" y="21369"/>
                </a:lnTo>
                <a:lnTo>
                  <a:pt x="16573" y="21507"/>
                </a:lnTo>
                <a:lnTo>
                  <a:pt x="17446" y="21646"/>
                </a:lnTo>
                <a:lnTo>
                  <a:pt x="18318" y="21507"/>
                </a:lnTo>
                <a:lnTo>
                  <a:pt x="19066" y="21369"/>
                </a:lnTo>
                <a:lnTo>
                  <a:pt x="19813" y="21092"/>
                </a:lnTo>
                <a:lnTo>
                  <a:pt x="20436" y="20676"/>
                </a:lnTo>
                <a:lnTo>
                  <a:pt x="20935" y="20123"/>
                </a:lnTo>
                <a:lnTo>
                  <a:pt x="21309" y="19569"/>
                </a:lnTo>
                <a:lnTo>
                  <a:pt x="21558" y="19015"/>
                </a:lnTo>
                <a:lnTo>
                  <a:pt x="21683" y="18323"/>
                </a:lnTo>
                <a:lnTo>
                  <a:pt x="21683" y="10061"/>
                </a:lnTo>
                <a:lnTo>
                  <a:pt x="21683" y="46"/>
                </a:lnTo>
                <a:lnTo>
                  <a:pt x="7352" y="46"/>
                </a:lnTo>
                <a:close/>
              </a:path>
            </a:pathLst>
          </a:custGeom>
          <a:gradFill rotWithShape="1">
            <a:gsLst>
              <a:gs pos="0">
                <a:srgbClr val="33CCFF"/>
              </a:gs>
              <a:gs pos="50000">
                <a:srgbClr val="004B96"/>
              </a:gs>
              <a:gs pos="100000">
                <a:srgbClr val="33CC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74" name="Text Box 50"/>
          <p:cNvSpPr txBox="1">
            <a:spLocks noChangeArrowheads="1"/>
          </p:cNvSpPr>
          <p:nvPr userDrawn="1"/>
        </p:nvSpPr>
        <p:spPr bwMode="auto">
          <a:xfrm>
            <a:off x="971550" y="6597650"/>
            <a:ext cx="2160588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900" b="1">
                <a:solidFill>
                  <a:srgbClr val="C5E8FF"/>
                </a:solidFill>
              </a:rPr>
              <a:t>IGREJA BATISTA DE TAUÁ</a:t>
            </a:r>
          </a:p>
        </p:txBody>
      </p:sp>
      <p:sp>
        <p:nvSpPr>
          <p:cNvPr id="1075" name="Music"/>
          <p:cNvSpPr>
            <a:spLocks noEditPoints="1" noChangeArrowheads="1"/>
          </p:cNvSpPr>
          <p:nvPr userDrawn="1"/>
        </p:nvSpPr>
        <p:spPr bwMode="auto">
          <a:xfrm>
            <a:off x="323850" y="4005263"/>
            <a:ext cx="369888" cy="441325"/>
          </a:xfrm>
          <a:custGeom>
            <a:avLst/>
            <a:gdLst>
              <a:gd name="T0" fmla="*/ 7352 w 21600"/>
              <a:gd name="T1" fmla="*/ 46 h 21600"/>
              <a:gd name="T2" fmla="*/ 7373 w 21600"/>
              <a:gd name="T3" fmla="*/ 9900 h 21600"/>
              <a:gd name="T4" fmla="*/ 21683 w 21600"/>
              <a:gd name="T5" fmla="*/ 10061 h 21600"/>
              <a:gd name="T6" fmla="*/ 7352 w 21600"/>
              <a:gd name="T7" fmla="*/ 46 h 21600"/>
              <a:gd name="T8" fmla="*/ 21600 w 21600"/>
              <a:gd name="T9" fmla="*/ 0 h 21600"/>
              <a:gd name="T10" fmla="*/ 7975 w 21600"/>
              <a:gd name="T11" fmla="*/ 923 h 21600"/>
              <a:gd name="T12" fmla="*/ 20935 w 21600"/>
              <a:gd name="T13" fmla="*/ 535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21600" h="21600">
                <a:moveTo>
                  <a:pt x="7352" y="46"/>
                </a:moveTo>
                <a:lnTo>
                  <a:pt x="7373" y="9900"/>
                </a:lnTo>
                <a:lnTo>
                  <a:pt x="7352" y="16107"/>
                </a:lnTo>
                <a:lnTo>
                  <a:pt x="7103" y="15969"/>
                </a:lnTo>
                <a:lnTo>
                  <a:pt x="6729" y="15692"/>
                </a:lnTo>
                <a:lnTo>
                  <a:pt x="6355" y="15553"/>
                </a:lnTo>
                <a:lnTo>
                  <a:pt x="5981" y="15415"/>
                </a:lnTo>
                <a:lnTo>
                  <a:pt x="5607" y="15276"/>
                </a:lnTo>
                <a:lnTo>
                  <a:pt x="5109" y="15138"/>
                </a:lnTo>
                <a:lnTo>
                  <a:pt x="4735" y="15138"/>
                </a:lnTo>
                <a:lnTo>
                  <a:pt x="4236" y="15138"/>
                </a:lnTo>
                <a:lnTo>
                  <a:pt x="3364" y="15138"/>
                </a:lnTo>
                <a:lnTo>
                  <a:pt x="2616" y="15276"/>
                </a:lnTo>
                <a:lnTo>
                  <a:pt x="1869" y="15692"/>
                </a:lnTo>
                <a:lnTo>
                  <a:pt x="1246" y="15969"/>
                </a:lnTo>
                <a:lnTo>
                  <a:pt x="747" y="16523"/>
                </a:lnTo>
                <a:lnTo>
                  <a:pt x="373" y="17076"/>
                </a:lnTo>
                <a:lnTo>
                  <a:pt x="124" y="17630"/>
                </a:lnTo>
                <a:lnTo>
                  <a:pt x="0" y="18323"/>
                </a:lnTo>
                <a:lnTo>
                  <a:pt x="124" y="19015"/>
                </a:lnTo>
                <a:lnTo>
                  <a:pt x="373" y="19569"/>
                </a:lnTo>
                <a:lnTo>
                  <a:pt x="747" y="20123"/>
                </a:lnTo>
                <a:lnTo>
                  <a:pt x="1246" y="20676"/>
                </a:lnTo>
                <a:lnTo>
                  <a:pt x="1869" y="21092"/>
                </a:lnTo>
                <a:lnTo>
                  <a:pt x="2616" y="21369"/>
                </a:lnTo>
                <a:lnTo>
                  <a:pt x="3364" y="21507"/>
                </a:lnTo>
                <a:lnTo>
                  <a:pt x="4236" y="21646"/>
                </a:lnTo>
                <a:lnTo>
                  <a:pt x="5109" y="21507"/>
                </a:lnTo>
                <a:lnTo>
                  <a:pt x="5856" y="21369"/>
                </a:lnTo>
                <a:lnTo>
                  <a:pt x="6604" y="21092"/>
                </a:lnTo>
                <a:lnTo>
                  <a:pt x="7227" y="20676"/>
                </a:lnTo>
                <a:lnTo>
                  <a:pt x="7726" y="20123"/>
                </a:lnTo>
                <a:lnTo>
                  <a:pt x="8100" y="19569"/>
                </a:lnTo>
                <a:lnTo>
                  <a:pt x="8349" y="19015"/>
                </a:lnTo>
                <a:lnTo>
                  <a:pt x="8473" y="18323"/>
                </a:lnTo>
                <a:lnTo>
                  <a:pt x="8473" y="6276"/>
                </a:lnTo>
                <a:lnTo>
                  <a:pt x="20561" y="6276"/>
                </a:lnTo>
                <a:lnTo>
                  <a:pt x="20561" y="16107"/>
                </a:lnTo>
                <a:lnTo>
                  <a:pt x="20187" y="15830"/>
                </a:lnTo>
                <a:lnTo>
                  <a:pt x="19938" y="15692"/>
                </a:lnTo>
                <a:lnTo>
                  <a:pt x="19564" y="15553"/>
                </a:lnTo>
                <a:lnTo>
                  <a:pt x="19190" y="15415"/>
                </a:lnTo>
                <a:lnTo>
                  <a:pt x="18692" y="15276"/>
                </a:lnTo>
                <a:lnTo>
                  <a:pt x="18318" y="15138"/>
                </a:lnTo>
                <a:lnTo>
                  <a:pt x="17944" y="15138"/>
                </a:lnTo>
                <a:lnTo>
                  <a:pt x="17446" y="15138"/>
                </a:lnTo>
                <a:lnTo>
                  <a:pt x="16573" y="15138"/>
                </a:lnTo>
                <a:lnTo>
                  <a:pt x="15826" y="15276"/>
                </a:lnTo>
                <a:lnTo>
                  <a:pt x="15078" y="15692"/>
                </a:lnTo>
                <a:lnTo>
                  <a:pt x="14455" y="15969"/>
                </a:lnTo>
                <a:lnTo>
                  <a:pt x="13956" y="16523"/>
                </a:lnTo>
                <a:lnTo>
                  <a:pt x="13583" y="17076"/>
                </a:lnTo>
                <a:lnTo>
                  <a:pt x="13333" y="17630"/>
                </a:lnTo>
                <a:lnTo>
                  <a:pt x="13209" y="18323"/>
                </a:lnTo>
                <a:lnTo>
                  <a:pt x="13333" y="19015"/>
                </a:lnTo>
                <a:lnTo>
                  <a:pt x="13583" y="19569"/>
                </a:lnTo>
                <a:lnTo>
                  <a:pt x="13956" y="20123"/>
                </a:lnTo>
                <a:lnTo>
                  <a:pt x="14455" y="20676"/>
                </a:lnTo>
                <a:lnTo>
                  <a:pt x="15078" y="21092"/>
                </a:lnTo>
                <a:lnTo>
                  <a:pt x="15826" y="21369"/>
                </a:lnTo>
                <a:lnTo>
                  <a:pt x="16573" y="21507"/>
                </a:lnTo>
                <a:lnTo>
                  <a:pt x="17446" y="21646"/>
                </a:lnTo>
                <a:lnTo>
                  <a:pt x="18318" y="21507"/>
                </a:lnTo>
                <a:lnTo>
                  <a:pt x="19066" y="21369"/>
                </a:lnTo>
                <a:lnTo>
                  <a:pt x="19813" y="21092"/>
                </a:lnTo>
                <a:lnTo>
                  <a:pt x="20436" y="20676"/>
                </a:lnTo>
                <a:lnTo>
                  <a:pt x="20935" y="20123"/>
                </a:lnTo>
                <a:lnTo>
                  <a:pt x="21309" y="19569"/>
                </a:lnTo>
                <a:lnTo>
                  <a:pt x="21558" y="19015"/>
                </a:lnTo>
                <a:lnTo>
                  <a:pt x="21683" y="18323"/>
                </a:lnTo>
                <a:lnTo>
                  <a:pt x="21683" y="10061"/>
                </a:lnTo>
                <a:lnTo>
                  <a:pt x="21683" y="46"/>
                </a:lnTo>
                <a:lnTo>
                  <a:pt x="7352" y="46"/>
                </a:ln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50000">
                <a:srgbClr val="004B96"/>
              </a:gs>
              <a:gs pos="100000">
                <a:srgbClr val="66CC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1076" name="Picture 52" descr="marca"/>
          <p:cNvPicPr>
            <a:picLocks noChangeAspect="1" noChangeArrowheads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18263"/>
            <a:ext cx="6477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kern="1200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Berlin Sans FB" panose="020E0602020502020306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Berlin Sans FB" panose="020E0602020502020306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Berlin Sans FB" panose="020E0602020502020306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Berlin Sans FB" panose="020E0602020502020306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Berlin Sans FB" panose="020E0602020502020306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Berlin Sans FB" panose="020E0602020502020306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Berlin Sans FB" panose="020E0602020502020306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Berlin Sans FB" panose="020E0602020502020306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 Antífona</a:t>
            </a:r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CC n°1</a:t>
            </a:r>
          </a:p>
        </p:txBody>
      </p:sp>
    </p:spTree>
    <p:extLst>
      <p:ext uri="{BB962C8B-B14F-4D97-AF65-F5344CB8AC3E}">
        <p14:creationId xmlns:p14="http://schemas.microsoft.com/office/powerpoint/2010/main" val="2776352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5" name="Rectangle 23"/>
          <p:cNvSpPr>
            <a:spLocks noChangeArrowheads="1"/>
          </p:cNvSpPr>
          <p:nvPr/>
        </p:nvSpPr>
        <p:spPr bwMode="auto">
          <a:xfrm>
            <a:off x="457201" y="765175"/>
            <a:ext cx="7931224" cy="568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har char="•"/>
              <a:defRPr sz="2800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  <a:lvl2pPr marL="914400" indent="-457200">
              <a:spcBef>
                <a:spcPct val="20000"/>
              </a:spcBef>
              <a:buChar char="–"/>
              <a:defRPr sz="2400">
                <a:solidFill>
                  <a:schemeClr val="bg1"/>
                </a:solidFill>
                <a:latin typeface="Arial Rounded MT Bold" panose="020F0704030504030204" pitchFamily="34" charset="0"/>
              </a:defRPr>
            </a:lvl2pPr>
            <a:lvl3pPr marL="1295400" indent="-381000">
              <a:spcBef>
                <a:spcPct val="20000"/>
              </a:spcBef>
              <a:buChar char="•"/>
              <a:defRPr sz="2000">
                <a:solidFill>
                  <a:schemeClr val="bg1"/>
                </a:solidFill>
                <a:latin typeface="Arial Rounded MT Bold" panose="020F070403050403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4pPr>
            <a:lvl5pPr marL="2171700" indent="-342900">
              <a:spcBef>
                <a:spcPct val="20000"/>
              </a:spcBef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5pPr>
            <a:lvl6pPr marL="26289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6pPr>
            <a:lvl7pPr marL="30861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7pPr>
            <a:lvl8pPr marL="35433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8pPr>
            <a:lvl9pPr marL="40005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9pPr>
          </a:lstStyle>
          <a:p>
            <a:pPr>
              <a:buFontTx/>
              <a:buAutoNum type="arabicPeriod"/>
            </a:pPr>
            <a:r>
              <a:rPr lang="pt-BR" altLang="pt-BR" sz="4400" dirty="0"/>
              <a:t>A TI, Ó DEUS,</a:t>
            </a:r>
          </a:p>
          <a:p>
            <a:pPr marL="0" indent="0">
              <a:buNone/>
            </a:pPr>
            <a:r>
              <a:rPr lang="pt-BR" altLang="pt-BR" sz="4400" dirty="0"/>
              <a:t>FIEL E BOM SENHOR. ETERNO PAI, </a:t>
            </a:r>
            <a:br>
              <a:rPr lang="pt-BR" altLang="pt-BR" sz="4400" dirty="0"/>
            </a:br>
            <a:r>
              <a:rPr lang="pt-BR" altLang="pt-BR" sz="4400" dirty="0"/>
              <a:t>SUPREMO BENFEITOR,</a:t>
            </a:r>
            <a:br>
              <a:rPr lang="pt-BR" altLang="pt-BR" sz="4400" dirty="0"/>
            </a:br>
            <a:r>
              <a:rPr lang="pt-BR" altLang="pt-BR" sz="4400" dirty="0"/>
              <a:t>NÓS, OS TEUS SERVOS, </a:t>
            </a:r>
            <a:br>
              <a:rPr lang="pt-BR" altLang="pt-BR" sz="4400" dirty="0"/>
            </a:br>
            <a:r>
              <a:rPr lang="pt-BR" altLang="pt-BR" sz="4400" dirty="0"/>
              <a:t>VIMOS DAR LOUVOR,</a:t>
            </a:r>
            <a:br>
              <a:rPr lang="pt-BR" altLang="pt-BR" sz="4400" dirty="0"/>
            </a:br>
            <a:r>
              <a:rPr lang="pt-BR" altLang="pt-BR" sz="4400" dirty="0"/>
              <a:t>ALELUIA! ALELUIA!</a:t>
            </a:r>
          </a:p>
        </p:txBody>
      </p:sp>
      <p:sp>
        <p:nvSpPr>
          <p:cNvPr id="3100" name="Rectangle 28"/>
          <p:cNvSpPr>
            <a:spLocks noChangeArrowheads="1"/>
          </p:cNvSpPr>
          <p:nvPr/>
        </p:nvSpPr>
        <p:spPr bwMode="auto">
          <a:xfrm>
            <a:off x="7235825" y="6567488"/>
            <a:ext cx="4302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pt-BR" altLang="pt-BR" sz="1400">
                <a:solidFill>
                  <a:schemeClr val="bg1"/>
                </a:solidFill>
              </a:rPr>
              <a:t>1/4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457200" y="332656"/>
            <a:ext cx="8507413" cy="568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har char="•"/>
              <a:defRPr sz="2800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  <a:lvl2pPr marL="914400" indent="-457200">
              <a:spcBef>
                <a:spcPct val="20000"/>
              </a:spcBef>
              <a:buChar char="–"/>
              <a:defRPr sz="2400">
                <a:solidFill>
                  <a:schemeClr val="bg1"/>
                </a:solidFill>
                <a:latin typeface="Arial Rounded MT Bold" panose="020F0704030504030204" pitchFamily="34" charset="0"/>
              </a:defRPr>
            </a:lvl2pPr>
            <a:lvl3pPr marL="1295400" indent="-381000">
              <a:spcBef>
                <a:spcPct val="20000"/>
              </a:spcBef>
              <a:buChar char="•"/>
              <a:defRPr sz="2000">
                <a:solidFill>
                  <a:schemeClr val="bg1"/>
                </a:solidFill>
                <a:latin typeface="Arial Rounded MT Bold" panose="020F070403050403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4pPr>
            <a:lvl5pPr marL="2171700" indent="-342900">
              <a:spcBef>
                <a:spcPct val="20000"/>
              </a:spcBef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5pPr>
            <a:lvl6pPr marL="26289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6pPr>
            <a:lvl7pPr marL="30861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7pPr>
            <a:lvl8pPr marL="35433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8pPr>
            <a:lvl9pPr marL="40005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9pPr>
          </a:lstStyle>
          <a:p>
            <a:pPr>
              <a:buFontTx/>
              <a:buAutoNum type="arabicPeriod" startAt="2"/>
            </a:pPr>
            <a:r>
              <a:rPr lang="pt-BR" altLang="pt-BR" sz="4400" dirty="0"/>
              <a:t>A TI, DEUS FILHO,</a:t>
            </a:r>
          </a:p>
          <a:p>
            <a:pPr marL="0" indent="0">
              <a:buNone/>
            </a:pPr>
            <a:r>
              <a:rPr lang="pt-BR" altLang="pt-BR" sz="4400" dirty="0"/>
              <a:t>SALVADOR JESUS;</a:t>
            </a:r>
          </a:p>
          <a:p>
            <a:pPr marL="0" indent="0">
              <a:buNone/>
            </a:pPr>
            <a:r>
              <a:rPr lang="pt-BR" altLang="pt-BR" sz="4400" dirty="0"/>
              <a:t>DA GRAÇA A FONTE,</a:t>
            </a:r>
          </a:p>
          <a:p>
            <a:pPr marL="0" indent="0">
              <a:buNone/>
            </a:pPr>
            <a:r>
              <a:rPr lang="pt-BR" altLang="pt-BR" sz="4400" dirty="0"/>
              <a:t>DA VERDADE A LUZ;</a:t>
            </a:r>
          </a:p>
          <a:p>
            <a:pPr marL="0" indent="0">
              <a:buNone/>
            </a:pPr>
            <a:r>
              <a:rPr lang="pt-BR" altLang="pt-BR" sz="4400" dirty="0"/>
              <a:t>POR TEU AMOR, </a:t>
            </a:r>
          </a:p>
          <a:p>
            <a:pPr marL="0" indent="0">
              <a:buNone/>
            </a:pPr>
            <a:r>
              <a:rPr lang="pt-BR" altLang="pt-BR" sz="4400" dirty="0"/>
              <a:t>MEDIDO PELA CRUZ,</a:t>
            </a:r>
            <a:br>
              <a:rPr lang="pt-BR" altLang="pt-BR" sz="4400" dirty="0"/>
            </a:br>
            <a:r>
              <a:rPr lang="pt-BR" altLang="pt-BR" sz="4400" dirty="0"/>
              <a:t>ALELUIA! ALELUIA!</a:t>
            </a:r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7235825" y="6567488"/>
            <a:ext cx="4302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pt-BR" altLang="pt-BR" sz="1400">
                <a:solidFill>
                  <a:schemeClr val="bg1"/>
                </a:solidFill>
              </a:rPr>
              <a:t>2/4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457200" y="765175"/>
            <a:ext cx="8507413" cy="568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har char="•"/>
              <a:defRPr sz="2800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  <a:lvl2pPr marL="914400" indent="-457200">
              <a:spcBef>
                <a:spcPct val="20000"/>
              </a:spcBef>
              <a:buChar char="–"/>
              <a:defRPr sz="2400">
                <a:solidFill>
                  <a:schemeClr val="bg1"/>
                </a:solidFill>
                <a:latin typeface="Arial Rounded MT Bold" panose="020F0704030504030204" pitchFamily="34" charset="0"/>
              </a:defRPr>
            </a:lvl2pPr>
            <a:lvl3pPr marL="1295400" indent="-381000">
              <a:spcBef>
                <a:spcPct val="20000"/>
              </a:spcBef>
              <a:buChar char="•"/>
              <a:defRPr sz="2000">
                <a:solidFill>
                  <a:schemeClr val="bg1"/>
                </a:solidFill>
                <a:latin typeface="Arial Rounded MT Bold" panose="020F070403050403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4pPr>
            <a:lvl5pPr marL="2171700" indent="-342900">
              <a:spcBef>
                <a:spcPct val="20000"/>
              </a:spcBef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5pPr>
            <a:lvl6pPr marL="26289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6pPr>
            <a:lvl7pPr marL="30861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7pPr>
            <a:lvl8pPr marL="35433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8pPr>
            <a:lvl9pPr marL="40005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9pPr>
          </a:lstStyle>
          <a:p>
            <a:pPr>
              <a:buFontTx/>
              <a:buAutoNum type="arabicPeriod" startAt="3"/>
            </a:pPr>
            <a:r>
              <a:rPr lang="pt-BR" altLang="pt-BR" sz="4400" dirty="0"/>
              <a:t>A TI, Ó DEUS, REAL CONSOLADOR,</a:t>
            </a:r>
            <a:br>
              <a:rPr lang="pt-BR" altLang="pt-BR" sz="4400" dirty="0"/>
            </a:br>
            <a:r>
              <a:rPr lang="pt-BR" altLang="pt-BR" sz="4400" dirty="0"/>
              <a:t>DIVINO FOGO SANTIFICADOR,</a:t>
            </a:r>
            <a:br>
              <a:rPr lang="pt-BR" altLang="pt-BR" sz="4400" dirty="0"/>
            </a:br>
            <a:r>
              <a:rPr lang="pt-BR" altLang="pt-BR" sz="4400" dirty="0"/>
              <a:t>QUE NOS ANIMA E NOS </a:t>
            </a:r>
            <a:br>
              <a:rPr lang="pt-BR" altLang="pt-BR" sz="4400" dirty="0"/>
            </a:br>
            <a:r>
              <a:rPr lang="pt-BR" altLang="pt-BR" sz="4400" dirty="0"/>
              <a:t>ACENDE O AMOR,</a:t>
            </a:r>
            <a:br>
              <a:rPr lang="pt-BR" altLang="pt-BR" sz="4400" dirty="0"/>
            </a:br>
            <a:r>
              <a:rPr lang="pt-BR" altLang="pt-BR" sz="4400" dirty="0"/>
              <a:t>ALELUIA! ALELUIA!</a:t>
            </a: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7235825" y="6567488"/>
            <a:ext cx="4302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pt-BR" altLang="pt-BR" sz="1400">
                <a:solidFill>
                  <a:schemeClr val="bg1"/>
                </a:solidFill>
              </a:rPr>
              <a:t>3/4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457201" y="765175"/>
            <a:ext cx="7931224" cy="568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har char="•"/>
              <a:defRPr sz="2800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  <a:lvl2pPr marL="914400" indent="-457200">
              <a:spcBef>
                <a:spcPct val="20000"/>
              </a:spcBef>
              <a:buChar char="–"/>
              <a:defRPr sz="2400">
                <a:solidFill>
                  <a:schemeClr val="bg1"/>
                </a:solidFill>
                <a:latin typeface="Arial Rounded MT Bold" panose="020F0704030504030204" pitchFamily="34" charset="0"/>
              </a:defRPr>
            </a:lvl2pPr>
            <a:lvl3pPr marL="1295400" indent="-381000">
              <a:spcBef>
                <a:spcPct val="20000"/>
              </a:spcBef>
              <a:buChar char="•"/>
              <a:defRPr sz="2000">
                <a:solidFill>
                  <a:schemeClr val="bg1"/>
                </a:solidFill>
                <a:latin typeface="Arial Rounded MT Bold" panose="020F070403050403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4pPr>
            <a:lvl5pPr marL="2171700" indent="-342900">
              <a:spcBef>
                <a:spcPct val="20000"/>
              </a:spcBef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5pPr>
            <a:lvl6pPr marL="26289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6pPr>
            <a:lvl7pPr marL="30861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7pPr>
            <a:lvl8pPr marL="35433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8pPr>
            <a:lvl9pPr marL="4000500" indent="-3429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 Rounded MT Bold" panose="020F0704030504030204" pitchFamily="34" charset="0"/>
              </a:defRPr>
            </a:lvl9pPr>
          </a:lstStyle>
          <a:p>
            <a:pPr>
              <a:buFontTx/>
              <a:buAutoNum type="arabicPeriod" startAt="4"/>
            </a:pPr>
            <a:r>
              <a:rPr lang="pt-BR" altLang="pt-BR" sz="4000" dirty="0"/>
              <a:t>A TI, DEUS TRINO, PODEROSO DEUS,</a:t>
            </a:r>
            <a:br>
              <a:rPr lang="pt-BR" altLang="pt-BR" sz="4000" dirty="0"/>
            </a:br>
            <a:r>
              <a:rPr lang="pt-BR" altLang="pt-BR" sz="4000" dirty="0"/>
              <a:t>QUE ESTÁS PRESENTE SEMPRE JUNTO AOS TEUS</a:t>
            </a:r>
            <a:br>
              <a:rPr lang="pt-BR" altLang="pt-BR" sz="4000" dirty="0"/>
            </a:br>
            <a:r>
              <a:rPr lang="pt-BR" altLang="pt-BR" sz="4000" dirty="0"/>
              <a:t>A MINISTRAR AS BÊNÇÃOS LÁ DOS CÉUS,</a:t>
            </a:r>
            <a:br>
              <a:rPr lang="pt-BR" altLang="pt-BR" sz="4000" dirty="0"/>
            </a:br>
            <a:r>
              <a:rPr lang="pt-BR" altLang="pt-BR" sz="4000" dirty="0"/>
              <a:t>ALELUIA! ALELUIA!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7235825" y="6567488"/>
            <a:ext cx="4302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pt-BR" altLang="pt-BR" sz="1400">
                <a:solidFill>
                  <a:schemeClr val="bg1"/>
                </a:solidFill>
              </a:rPr>
              <a:t>4/4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Berlin Sans FB"/>
        <a:ea typeface=""/>
        <a:cs typeface=""/>
      </a:majorFont>
      <a:minorFont>
        <a:latin typeface="Arial Rounded MT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</TotalTime>
  <Words>69</Words>
  <Application>Microsoft Office PowerPoint</Application>
  <PresentationFormat>Apresentação na tela (4:3)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Arial Rounded MT Bold</vt:lpstr>
      <vt:lpstr>Berlin Sans FB</vt:lpstr>
      <vt:lpstr>Design padrão</vt:lpstr>
      <vt:lpstr> Antífona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Antífona</dc:title>
  <dc:creator>Usuario Bedeis - Mossoro</dc:creator>
  <cp:lastModifiedBy>ibrec</cp:lastModifiedBy>
  <cp:revision>6</cp:revision>
  <dcterms:created xsi:type="dcterms:W3CDTF">2018-03-19T12:47:19Z</dcterms:created>
  <dcterms:modified xsi:type="dcterms:W3CDTF">2019-02-16T21:40:08Z</dcterms:modified>
</cp:coreProperties>
</file>