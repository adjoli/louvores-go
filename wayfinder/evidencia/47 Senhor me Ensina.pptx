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9144000"/>
  <p:notesSz cx="6858000" cy="9144000"/>
  <p:embeddedFontLst>
    <p:embeddedFont>
      <p:font typeface="Overlock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4" roundtripDataSignature="AMtx7mgdCp82Qw2+5/m/wFw7gP0mLC8i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verlock-bold.fntdata"/><Relationship Id="rId10" Type="http://schemas.openxmlformats.org/officeDocument/2006/relationships/font" Target="fonts/Overlock-regular.fntdata"/><Relationship Id="rId13" Type="http://schemas.openxmlformats.org/officeDocument/2006/relationships/font" Target="fonts/Overlock-boldItalic.fntdata"/><Relationship Id="rId12" Type="http://schemas.openxmlformats.org/officeDocument/2006/relationships/font" Target="fonts/Overlock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" name="Google Shape;7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showMasterSp="0" type="title">
  <p:cSld name="TITLE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 Rounded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Rounded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 Rounded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 Rounded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 Rounded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showMasterSp="0" type="obj">
  <p:cSld name="OBJEC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611188" y="-12700"/>
            <a:ext cx="8459787" cy="417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" type="body"/>
          </p:nvPr>
        </p:nvSpPr>
        <p:spPr>
          <a:xfrm>
            <a:off x="468313" y="549275"/>
            <a:ext cx="8229600" cy="59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showMasterSp="0" type="secHead">
  <p:cSld name="SECTION_HEAD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 Rounded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Rounded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 Rounded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 Rounded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 Rounded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showMasterSp="0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/>
          <p:nvPr>
            <p:ph type="title"/>
          </p:nvPr>
        </p:nvSpPr>
        <p:spPr>
          <a:xfrm>
            <a:off x="611188" y="-12700"/>
            <a:ext cx="8459787" cy="417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468313" y="549275"/>
            <a:ext cx="4038600" cy="59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0"/>
          <p:cNvSpPr txBox="1"/>
          <p:nvPr>
            <p:ph idx="2" type="body"/>
          </p:nvPr>
        </p:nvSpPr>
        <p:spPr>
          <a:xfrm>
            <a:off x="4659313" y="549275"/>
            <a:ext cx="4038600" cy="59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showMasterSp="0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 Rounded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Rounded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 Rounded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 Rounded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 Rounded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11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 Rounded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Rounded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 Rounded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 Rounded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 Rounded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11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showMasterSp="0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type="title"/>
          </p:nvPr>
        </p:nvSpPr>
        <p:spPr>
          <a:xfrm>
            <a:off x="611188" y="-12700"/>
            <a:ext cx="8459787" cy="417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showMasterSp="0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showMasterSp="0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400"/>
              <a:buNone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 Rounded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 Rounded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Rounded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Rounded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14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 Rounded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 Rounded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 Rounded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 Rounded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 Rounded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showMasterSp="0" type="picTx">
  <p:cSld name="PICTURE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 Rounded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 Rounded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 Rounded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 Rounded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 Rounded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showMasterSp="0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11188" y="-12700"/>
            <a:ext cx="8459787" cy="417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1631157" y="-613568"/>
            <a:ext cx="590391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showMasterSp="0" type="vertTitleAndTx">
  <p:cSld name="VERTICAL_TITLE_AND_VERTICAL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type="title"/>
          </p:nvPr>
        </p:nvSpPr>
        <p:spPr>
          <a:xfrm rot="5400000">
            <a:off x="4763294" y="2145507"/>
            <a:ext cx="6465888" cy="2149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" type="body"/>
          </p:nvPr>
        </p:nvSpPr>
        <p:spPr>
          <a:xfrm rot="5400000">
            <a:off x="385763" y="69851"/>
            <a:ext cx="6465888" cy="6300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6.xml"/><Relationship Id="rId10" Type="http://schemas.openxmlformats.org/officeDocument/2006/relationships/slideLayout" Target="../slideLayouts/slideLayout5.xml"/><Relationship Id="rId13" Type="http://schemas.openxmlformats.org/officeDocument/2006/relationships/slideLayout" Target="../slideLayouts/slideLayout8.xml"/><Relationship Id="rId12" Type="http://schemas.openxmlformats.org/officeDocument/2006/relationships/slideLayout" Target="../slideLayouts/slideLayout7.xml"/><Relationship Id="rId1" Type="http://schemas.openxmlformats.org/officeDocument/2006/relationships/image" Target="../media/image2.jpg"/><Relationship Id="rId2" Type="http://schemas.openxmlformats.org/officeDocument/2006/relationships/hyperlink" Target="about:blank" TargetMode="External"/><Relationship Id="rId3" Type="http://schemas.openxmlformats.org/officeDocument/2006/relationships/hyperlink" Target="http://../abertura.pps" TargetMode="External"/><Relationship Id="rId4" Type="http://schemas.openxmlformats.org/officeDocument/2006/relationships/image" Target="../media/image3.png"/><Relationship Id="rId9" Type="http://schemas.openxmlformats.org/officeDocument/2006/relationships/slideLayout" Target="../slideLayouts/slideLayout4.xml"/><Relationship Id="rId15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9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1.xml"/><Relationship Id="rId5" Type="http://schemas.openxmlformats.org/officeDocument/2006/relationships/image" Target="../media/image1.png"/><Relationship Id="rId6" Type="http://schemas.openxmlformats.org/officeDocument/2006/relationships/slideLayout" Target="../slideLayouts/slideLayout1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/>
          <p:nvPr/>
        </p:nvSpPr>
        <p:spPr>
          <a:xfrm>
            <a:off x="8734425" y="3573463"/>
            <a:ext cx="409575" cy="3284537"/>
          </a:xfrm>
          <a:prstGeom prst="rect">
            <a:avLst/>
          </a:prstGeom>
          <a:gradFill>
            <a:gsLst>
              <a:gs pos="0">
                <a:srgbClr val="3399FF"/>
              </a:gs>
              <a:gs pos="100000">
                <a:srgbClr val="004B96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1" name="Google Shape;11;p6"/>
          <p:cNvSpPr/>
          <p:nvPr/>
        </p:nvSpPr>
        <p:spPr>
          <a:xfrm rot="5400000">
            <a:off x="5264944" y="2978944"/>
            <a:ext cx="6858000" cy="900112"/>
          </a:xfrm>
          <a:prstGeom prst="wave">
            <a:avLst>
              <a:gd fmla="val 20644" name="adj1"/>
              <a:gd fmla="val 0" name="adj2"/>
            </a:avLst>
          </a:prstGeom>
          <a:gradFill>
            <a:gsLst>
              <a:gs pos="0">
                <a:srgbClr val="004B96"/>
              </a:gs>
              <a:gs pos="50000">
                <a:srgbClr val="3399FF"/>
              </a:gs>
              <a:gs pos="100000">
                <a:srgbClr val="004B96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2" name="Google Shape;12;p6"/>
          <p:cNvSpPr/>
          <p:nvPr/>
        </p:nvSpPr>
        <p:spPr>
          <a:xfrm>
            <a:off x="8734425" y="0"/>
            <a:ext cx="409575" cy="3573463"/>
          </a:xfrm>
          <a:prstGeom prst="rect">
            <a:avLst/>
          </a:prstGeom>
          <a:gradFill>
            <a:gsLst>
              <a:gs pos="0">
                <a:srgbClr val="004B96"/>
              </a:gs>
              <a:gs pos="100000">
                <a:srgbClr val="3399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3" name="Google Shape;13;p6"/>
          <p:cNvSpPr/>
          <p:nvPr/>
        </p:nvSpPr>
        <p:spPr>
          <a:xfrm>
            <a:off x="0" y="0"/>
            <a:ext cx="900113" cy="6858000"/>
          </a:xfrm>
          <a:prstGeom prst="rect">
            <a:avLst/>
          </a:prstGeom>
          <a:gradFill>
            <a:gsLst>
              <a:gs pos="0">
                <a:srgbClr val="3399FF"/>
              </a:gs>
              <a:gs pos="100000">
                <a:srgbClr val="004B96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4" name="Google Shape;14;p6"/>
          <p:cNvSpPr/>
          <p:nvPr/>
        </p:nvSpPr>
        <p:spPr>
          <a:xfrm>
            <a:off x="0" y="-3175"/>
            <a:ext cx="9144000" cy="376238"/>
          </a:xfrm>
          <a:prstGeom prst="rect">
            <a:avLst/>
          </a:prstGeom>
          <a:gradFill>
            <a:gsLst>
              <a:gs pos="0">
                <a:srgbClr val="4BB6FF"/>
              </a:gs>
              <a:gs pos="100000">
                <a:srgbClr val="0064A8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5" name="Google Shape;15;p6"/>
          <p:cNvSpPr/>
          <p:nvPr/>
        </p:nvSpPr>
        <p:spPr>
          <a:xfrm>
            <a:off x="0" y="373063"/>
            <a:ext cx="9144000" cy="17462"/>
          </a:xfrm>
          <a:prstGeom prst="rect">
            <a:avLst/>
          </a:prstGeom>
          <a:gradFill>
            <a:gsLst>
              <a:gs pos="0">
                <a:srgbClr val="FFFF00"/>
              </a:gs>
              <a:gs pos="50000">
                <a:srgbClr val="FF9900"/>
              </a:gs>
              <a:gs pos="100000">
                <a:srgbClr val="FFFF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6" name="Google Shape;16;p6"/>
          <p:cNvSpPr txBox="1"/>
          <p:nvPr>
            <p:ph type="title"/>
          </p:nvPr>
        </p:nvSpPr>
        <p:spPr>
          <a:xfrm>
            <a:off x="611188" y="-12700"/>
            <a:ext cx="8459787" cy="417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9pPr>
          </a:lstStyle>
          <a:p/>
        </p:txBody>
      </p:sp>
      <p:sp>
        <p:nvSpPr>
          <p:cNvPr id="17" name="Google Shape;17;p6"/>
          <p:cNvSpPr txBox="1"/>
          <p:nvPr>
            <p:ph idx="1" type="body"/>
          </p:nvPr>
        </p:nvSpPr>
        <p:spPr>
          <a:xfrm>
            <a:off x="468313" y="549275"/>
            <a:ext cx="8229600" cy="59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1pPr>
            <a:lvl2pPr indent="-482600" lvl="1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 Rounded"/>
              <a:buChar char="–"/>
              <a:defRPr b="1" i="0" sz="40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2pPr>
            <a:lvl3pPr indent="-482600" lvl="2" marL="1371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 Rounded"/>
              <a:buChar char="•"/>
              <a:defRPr b="1" i="0" sz="40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3pPr>
            <a:lvl4pPr indent="-482600" lvl="3" marL="1828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 Rounded"/>
              <a:buChar char="–"/>
              <a:defRPr b="1" i="0" sz="40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4pPr>
            <a:lvl5pPr indent="-482600" lvl="4" marL="22860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 Rounded"/>
              <a:buChar char="»"/>
              <a:defRPr b="1" i="0" sz="4000" u="none" cap="none" strike="noStrik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9pPr>
          </a:lstStyle>
          <a:p/>
        </p:txBody>
      </p:sp>
      <p:sp>
        <p:nvSpPr>
          <p:cNvPr id="18" name="Google Shape;18;p6"/>
          <p:cNvSpPr/>
          <p:nvPr/>
        </p:nvSpPr>
        <p:spPr>
          <a:xfrm>
            <a:off x="22225" y="115888"/>
            <a:ext cx="446088" cy="576262"/>
          </a:xfrm>
          <a:prstGeom prst="rect">
            <a:avLst/>
          </a:prstGeom>
          <a:solidFill>
            <a:srgbClr val="FF9900">
              <a:alpha val="7058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9" name="Google Shape;19;p6"/>
          <p:cNvSpPr/>
          <p:nvPr/>
        </p:nvSpPr>
        <p:spPr>
          <a:xfrm>
            <a:off x="0" y="6580188"/>
            <a:ext cx="9144000" cy="304800"/>
          </a:xfrm>
          <a:prstGeom prst="rect">
            <a:avLst/>
          </a:prstGeom>
          <a:gradFill>
            <a:gsLst>
              <a:gs pos="0">
                <a:srgbClr val="0070E0"/>
              </a:gs>
              <a:gs pos="100000">
                <a:srgbClr val="333399">
                  <a:alpha val="4549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6">
            <a:hlinkClick action="ppaction://hlinkshowjump?jump=nextslide"/>
          </p:cNvPr>
          <p:cNvSpPr/>
          <p:nvPr/>
        </p:nvSpPr>
        <p:spPr>
          <a:xfrm>
            <a:off x="8516938" y="6640513"/>
            <a:ext cx="144462" cy="144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105000" y="60000"/>
                </a:moveTo>
                <a:lnTo>
                  <a:pt x="15000" y="15000"/>
                </a:lnTo>
                <a:lnTo>
                  <a:pt x="15000" y="105000"/>
                </a:lnTo>
                <a:close/>
              </a:path>
              <a:path extrusionOk="0" fill="darken" h="120000" w="120000">
                <a:moveTo>
                  <a:pt x="105000" y="60000"/>
                </a:moveTo>
                <a:lnTo>
                  <a:pt x="15000" y="15000"/>
                </a:lnTo>
                <a:lnTo>
                  <a:pt x="15000" y="105000"/>
                </a:lnTo>
                <a:close/>
              </a:path>
              <a:path extrusionOk="0" fill="none" h="120000" w="120000">
                <a:moveTo>
                  <a:pt x="105000" y="60000"/>
                </a:moveTo>
                <a:lnTo>
                  <a:pt x="15000" y="105000"/>
                </a:lnTo>
                <a:lnTo>
                  <a:pt x="15000" y="1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D8D8D8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21" name="Google Shape;21;p6">
            <a:hlinkClick action="ppaction://hlinkshowjump?jump=previousslide"/>
          </p:cNvPr>
          <p:cNvSpPr/>
          <p:nvPr/>
        </p:nvSpPr>
        <p:spPr>
          <a:xfrm>
            <a:off x="8329613" y="6640513"/>
            <a:ext cx="144462" cy="144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15000" y="60000"/>
                </a:moveTo>
                <a:lnTo>
                  <a:pt x="105000" y="15000"/>
                </a:lnTo>
                <a:lnTo>
                  <a:pt x="105000" y="105000"/>
                </a:lnTo>
                <a:close/>
              </a:path>
              <a:path extrusionOk="0" fill="darken" h="120000" w="120000">
                <a:moveTo>
                  <a:pt x="15000" y="60000"/>
                </a:moveTo>
                <a:lnTo>
                  <a:pt x="105000" y="15000"/>
                </a:lnTo>
                <a:lnTo>
                  <a:pt x="105000" y="105000"/>
                </a:lnTo>
                <a:close/>
              </a:path>
              <a:path extrusionOk="0" fill="none" h="120000" w="120000">
                <a:moveTo>
                  <a:pt x="15000" y="60000"/>
                </a:moveTo>
                <a:lnTo>
                  <a:pt x="105000" y="15000"/>
                </a:lnTo>
                <a:lnTo>
                  <a:pt x="105000" y="10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D8D8D8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22" name="Google Shape;22;p6">
            <a:hlinkClick action="ppaction://hlinkshowjump?jump=firstslide"/>
          </p:cNvPr>
          <p:cNvSpPr/>
          <p:nvPr/>
        </p:nvSpPr>
        <p:spPr>
          <a:xfrm>
            <a:off x="8140700" y="6640513"/>
            <a:ext cx="144463" cy="144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37500" y="60000"/>
                </a:moveTo>
                <a:lnTo>
                  <a:pt x="105000" y="15000"/>
                </a:lnTo>
                <a:lnTo>
                  <a:pt x="105000" y="105000"/>
                </a:lnTo>
                <a:close/>
                <a:moveTo>
                  <a:pt x="26250" y="15000"/>
                </a:moveTo>
                <a:lnTo>
                  <a:pt x="15000" y="15000"/>
                </a:lnTo>
                <a:lnTo>
                  <a:pt x="15000" y="105000"/>
                </a:lnTo>
                <a:lnTo>
                  <a:pt x="26250" y="105000"/>
                </a:lnTo>
                <a:close/>
              </a:path>
              <a:path extrusionOk="0" fill="darken" h="120000" w="120000">
                <a:moveTo>
                  <a:pt x="37500" y="60000"/>
                </a:moveTo>
                <a:lnTo>
                  <a:pt x="105000" y="15000"/>
                </a:lnTo>
                <a:lnTo>
                  <a:pt x="105000" y="105000"/>
                </a:lnTo>
                <a:close/>
                <a:moveTo>
                  <a:pt x="26250" y="15000"/>
                </a:moveTo>
                <a:lnTo>
                  <a:pt x="15000" y="15000"/>
                </a:lnTo>
                <a:lnTo>
                  <a:pt x="15000" y="105000"/>
                </a:lnTo>
                <a:lnTo>
                  <a:pt x="26250" y="105000"/>
                </a:lnTo>
                <a:close/>
              </a:path>
              <a:path extrusionOk="0" fill="none" h="120000" w="120000">
                <a:moveTo>
                  <a:pt x="37500" y="60000"/>
                </a:moveTo>
                <a:lnTo>
                  <a:pt x="105000" y="15000"/>
                </a:lnTo>
                <a:lnTo>
                  <a:pt x="105000" y="105000"/>
                </a:lnTo>
                <a:close/>
                <a:moveTo>
                  <a:pt x="26250" y="15000"/>
                </a:moveTo>
                <a:lnTo>
                  <a:pt x="26250" y="105000"/>
                </a:lnTo>
                <a:lnTo>
                  <a:pt x="15000" y="105000"/>
                </a:lnTo>
                <a:lnTo>
                  <a:pt x="15000" y="1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CFCFC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23" name="Google Shape;23;p6">
            <a:hlinkClick action="ppaction://hlinkshowjump?jump=lastslide"/>
          </p:cNvPr>
          <p:cNvSpPr/>
          <p:nvPr/>
        </p:nvSpPr>
        <p:spPr>
          <a:xfrm>
            <a:off x="8704263" y="6640513"/>
            <a:ext cx="144462" cy="144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82500" y="60000"/>
                </a:moveTo>
                <a:lnTo>
                  <a:pt x="15000" y="15000"/>
                </a:lnTo>
                <a:lnTo>
                  <a:pt x="15000" y="105000"/>
                </a:lnTo>
                <a:close/>
                <a:moveTo>
                  <a:pt x="93750" y="15000"/>
                </a:moveTo>
                <a:lnTo>
                  <a:pt x="105000" y="15000"/>
                </a:lnTo>
                <a:lnTo>
                  <a:pt x="105000" y="105000"/>
                </a:lnTo>
                <a:lnTo>
                  <a:pt x="93750" y="105000"/>
                </a:lnTo>
                <a:close/>
              </a:path>
              <a:path extrusionOk="0" fill="darken" h="120000" w="120000">
                <a:moveTo>
                  <a:pt x="82500" y="60000"/>
                </a:moveTo>
                <a:lnTo>
                  <a:pt x="15000" y="15000"/>
                </a:lnTo>
                <a:lnTo>
                  <a:pt x="15000" y="105000"/>
                </a:lnTo>
                <a:close/>
                <a:moveTo>
                  <a:pt x="93750" y="15000"/>
                </a:moveTo>
                <a:lnTo>
                  <a:pt x="105000" y="15000"/>
                </a:lnTo>
                <a:lnTo>
                  <a:pt x="105000" y="105000"/>
                </a:lnTo>
                <a:lnTo>
                  <a:pt x="93750" y="105000"/>
                </a:lnTo>
                <a:close/>
              </a:path>
              <a:path extrusionOk="0" fill="none" h="120000" w="120000">
                <a:moveTo>
                  <a:pt x="82500" y="60000"/>
                </a:moveTo>
                <a:lnTo>
                  <a:pt x="15000" y="105000"/>
                </a:lnTo>
                <a:lnTo>
                  <a:pt x="15000" y="15000"/>
                </a:lnTo>
                <a:close/>
                <a:moveTo>
                  <a:pt x="93750" y="15000"/>
                </a:moveTo>
                <a:lnTo>
                  <a:pt x="105000" y="15000"/>
                </a:lnTo>
                <a:lnTo>
                  <a:pt x="105000" y="105000"/>
                </a:lnTo>
                <a:lnTo>
                  <a:pt x="93750" y="10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CACACA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24" name="Google Shape;24;p6">
            <a:hlinkClick r:id="rId2"/>
          </p:cNvPr>
          <p:cNvSpPr/>
          <p:nvPr/>
        </p:nvSpPr>
        <p:spPr>
          <a:xfrm>
            <a:off x="7951788" y="6640513"/>
            <a:ext cx="144462" cy="144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60000" y="15000"/>
                </a:moveTo>
                <a:lnTo>
                  <a:pt x="15000" y="60000"/>
                </a:lnTo>
                <a:lnTo>
                  <a:pt x="26250" y="60000"/>
                </a:lnTo>
                <a:lnTo>
                  <a:pt x="26250" y="105000"/>
                </a:lnTo>
                <a:lnTo>
                  <a:pt x="93750" y="105000"/>
                </a:lnTo>
                <a:lnTo>
                  <a:pt x="93750" y="60000"/>
                </a:lnTo>
                <a:lnTo>
                  <a:pt x="105000" y="60000"/>
                </a:lnTo>
                <a:lnTo>
                  <a:pt x="88125" y="43125"/>
                </a:lnTo>
                <a:lnTo>
                  <a:pt x="88125" y="20625"/>
                </a:lnTo>
                <a:lnTo>
                  <a:pt x="76875" y="20625"/>
                </a:lnTo>
                <a:lnTo>
                  <a:pt x="76875" y="31875"/>
                </a:lnTo>
                <a:close/>
              </a:path>
              <a:path extrusionOk="0" fill="darkenLess" h="120000" w="120000">
                <a:moveTo>
                  <a:pt x="88125" y="43125"/>
                </a:moveTo>
                <a:lnTo>
                  <a:pt x="88125" y="20625"/>
                </a:lnTo>
                <a:lnTo>
                  <a:pt x="76875" y="20625"/>
                </a:lnTo>
                <a:lnTo>
                  <a:pt x="76875" y="31875"/>
                </a:lnTo>
                <a:close/>
                <a:moveTo>
                  <a:pt x="26250" y="60000"/>
                </a:moveTo>
                <a:lnTo>
                  <a:pt x="26250" y="105000"/>
                </a:lnTo>
                <a:lnTo>
                  <a:pt x="54375" y="105000"/>
                </a:lnTo>
                <a:lnTo>
                  <a:pt x="54375" y="82500"/>
                </a:lnTo>
                <a:lnTo>
                  <a:pt x="65625" y="82500"/>
                </a:lnTo>
                <a:lnTo>
                  <a:pt x="65625" y="105000"/>
                </a:lnTo>
                <a:lnTo>
                  <a:pt x="93750" y="105000"/>
                </a:lnTo>
                <a:lnTo>
                  <a:pt x="93750" y="60000"/>
                </a:lnTo>
                <a:close/>
              </a:path>
              <a:path extrusionOk="0" fill="darken" h="120000" w="120000">
                <a:moveTo>
                  <a:pt x="60000" y="15000"/>
                </a:moveTo>
                <a:lnTo>
                  <a:pt x="15000" y="60000"/>
                </a:lnTo>
                <a:lnTo>
                  <a:pt x="105000" y="60000"/>
                </a:lnTo>
                <a:close/>
                <a:moveTo>
                  <a:pt x="54375" y="82500"/>
                </a:moveTo>
                <a:lnTo>
                  <a:pt x="65625" y="82500"/>
                </a:lnTo>
                <a:lnTo>
                  <a:pt x="65625" y="105000"/>
                </a:lnTo>
                <a:lnTo>
                  <a:pt x="54375" y="105000"/>
                </a:lnTo>
                <a:close/>
              </a:path>
              <a:path extrusionOk="0" fill="none" h="120000" w="120000">
                <a:moveTo>
                  <a:pt x="60000" y="15000"/>
                </a:moveTo>
                <a:lnTo>
                  <a:pt x="76875" y="31875"/>
                </a:lnTo>
                <a:lnTo>
                  <a:pt x="76875" y="20625"/>
                </a:lnTo>
                <a:lnTo>
                  <a:pt x="88125" y="20625"/>
                </a:lnTo>
                <a:lnTo>
                  <a:pt x="88125" y="43125"/>
                </a:lnTo>
                <a:lnTo>
                  <a:pt x="105000" y="60000"/>
                </a:lnTo>
                <a:lnTo>
                  <a:pt x="93750" y="60000"/>
                </a:lnTo>
                <a:lnTo>
                  <a:pt x="93750" y="105000"/>
                </a:lnTo>
                <a:lnTo>
                  <a:pt x="26250" y="105000"/>
                </a:lnTo>
                <a:lnTo>
                  <a:pt x="26250" y="60000"/>
                </a:lnTo>
                <a:lnTo>
                  <a:pt x="15000" y="60000"/>
                </a:lnTo>
                <a:close/>
                <a:moveTo>
                  <a:pt x="76875" y="31875"/>
                </a:moveTo>
                <a:lnTo>
                  <a:pt x="88125" y="43125"/>
                </a:lnTo>
                <a:moveTo>
                  <a:pt x="93750" y="60000"/>
                </a:moveTo>
                <a:lnTo>
                  <a:pt x="26250" y="60000"/>
                </a:lnTo>
                <a:moveTo>
                  <a:pt x="54375" y="105000"/>
                </a:moveTo>
                <a:lnTo>
                  <a:pt x="54375" y="82500"/>
                </a:lnTo>
                <a:lnTo>
                  <a:pt x="65625" y="82500"/>
                </a:lnTo>
                <a:lnTo>
                  <a:pt x="65625" y="105000"/>
                </a:lnTo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00CC00"/>
              </a:gs>
              <a:gs pos="100000">
                <a:srgbClr val="009900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25" name="Google Shape;25;p6">
            <a:hlinkClick r:id="rId3"/>
          </p:cNvPr>
          <p:cNvSpPr/>
          <p:nvPr/>
        </p:nvSpPr>
        <p:spPr>
          <a:xfrm>
            <a:off x="7769225" y="6640513"/>
            <a:ext cx="144463" cy="144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105000" y="37500"/>
                </a:moveTo>
                <a:lnTo>
                  <a:pt x="82500" y="15000"/>
                </a:lnTo>
                <a:lnTo>
                  <a:pt x="60000" y="37500"/>
                </a:lnTo>
                <a:lnTo>
                  <a:pt x="71250" y="37500"/>
                </a:lnTo>
                <a:lnTo>
                  <a:pt x="71250" y="71250"/>
                </a:lnTo>
                <a:cubicBezTo>
                  <a:pt x="71250" y="77463"/>
                  <a:pt x="66213" y="82500"/>
                  <a:pt x="60000" y="82500"/>
                </a:cubicBezTo>
                <a:lnTo>
                  <a:pt x="48750" y="82500"/>
                </a:lnTo>
                <a:cubicBezTo>
                  <a:pt x="42537" y="82500"/>
                  <a:pt x="37500" y="77463"/>
                  <a:pt x="37500" y="71250"/>
                </a:cubicBezTo>
                <a:lnTo>
                  <a:pt x="37500" y="37500"/>
                </a:lnTo>
                <a:lnTo>
                  <a:pt x="15000" y="37500"/>
                </a:lnTo>
                <a:lnTo>
                  <a:pt x="15000" y="71250"/>
                </a:lnTo>
                <a:cubicBezTo>
                  <a:pt x="15000" y="89890"/>
                  <a:pt x="30111" y="105000"/>
                  <a:pt x="48750" y="105000"/>
                </a:cubicBezTo>
                <a:lnTo>
                  <a:pt x="60000" y="105000"/>
                </a:lnTo>
                <a:cubicBezTo>
                  <a:pt x="78639" y="105000"/>
                  <a:pt x="93750" y="89890"/>
                  <a:pt x="93750" y="71250"/>
                </a:cubicBezTo>
                <a:lnTo>
                  <a:pt x="93750" y="37500"/>
                </a:lnTo>
                <a:close/>
              </a:path>
              <a:path extrusionOk="0" fill="darken" h="120000" w="120000">
                <a:moveTo>
                  <a:pt x="105000" y="37500"/>
                </a:moveTo>
                <a:lnTo>
                  <a:pt x="82500" y="15000"/>
                </a:lnTo>
                <a:lnTo>
                  <a:pt x="60000" y="37500"/>
                </a:lnTo>
                <a:lnTo>
                  <a:pt x="71250" y="37500"/>
                </a:lnTo>
                <a:lnTo>
                  <a:pt x="71250" y="71250"/>
                </a:lnTo>
                <a:cubicBezTo>
                  <a:pt x="71250" y="77463"/>
                  <a:pt x="66213" y="82500"/>
                  <a:pt x="60000" y="82500"/>
                </a:cubicBezTo>
                <a:lnTo>
                  <a:pt x="48750" y="82500"/>
                </a:lnTo>
                <a:cubicBezTo>
                  <a:pt x="42537" y="82500"/>
                  <a:pt x="37500" y="77463"/>
                  <a:pt x="37500" y="71250"/>
                </a:cubicBezTo>
                <a:lnTo>
                  <a:pt x="37500" y="37500"/>
                </a:lnTo>
                <a:lnTo>
                  <a:pt x="15000" y="37500"/>
                </a:lnTo>
                <a:lnTo>
                  <a:pt x="15000" y="71250"/>
                </a:lnTo>
                <a:cubicBezTo>
                  <a:pt x="15000" y="89890"/>
                  <a:pt x="30111" y="105000"/>
                  <a:pt x="48750" y="105000"/>
                </a:cubicBezTo>
                <a:lnTo>
                  <a:pt x="60000" y="105000"/>
                </a:lnTo>
                <a:cubicBezTo>
                  <a:pt x="78639" y="105000"/>
                  <a:pt x="93750" y="89890"/>
                  <a:pt x="93750" y="71250"/>
                </a:cubicBezTo>
                <a:lnTo>
                  <a:pt x="93750" y="37500"/>
                </a:lnTo>
                <a:close/>
              </a:path>
              <a:path extrusionOk="0" fill="none" h="120000" w="120000">
                <a:moveTo>
                  <a:pt x="105000" y="37500"/>
                </a:moveTo>
                <a:lnTo>
                  <a:pt x="93750" y="37500"/>
                </a:lnTo>
                <a:lnTo>
                  <a:pt x="93750" y="71250"/>
                </a:lnTo>
                <a:cubicBezTo>
                  <a:pt x="93750" y="89890"/>
                  <a:pt x="78639" y="105000"/>
                  <a:pt x="60000" y="105000"/>
                </a:cubicBezTo>
                <a:lnTo>
                  <a:pt x="48750" y="105000"/>
                </a:lnTo>
                <a:cubicBezTo>
                  <a:pt x="30111" y="105000"/>
                  <a:pt x="15000" y="89890"/>
                  <a:pt x="15000" y="71250"/>
                </a:cubicBezTo>
                <a:lnTo>
                  <a:pt x="15000" y="37500"/>
                </a:lnTo>
                <a:lnTo>
                  <a:pt x="37500" y="37500"/>
                </a:lnTo>
                <a:lnTo>
                  <a:pt x="37500" y="71250"/>
                </a:lnTo>
                <a:cubicBezTo>
                  <a:pt x="37500" y="77463"/>
                  <a:pt x="42537" y="82500"/>
                  <a:pt x="48750" y="82500"/>
                </a:cubicBezTo>
                <a:lnTo>
                  <a:pt x="60000" y="82500"/>
                </a:lnTo>
                <a:cubicBezTo>
                  <a:pt x="66213" y="82500"/>
                  <a:pt x="71250" y="77463"/>
                  <a:pt x="71250" y="71250"/>
                </a:cubicBezTo>
                <a:lnTo>
                  <a:pt x="71250" y="37500"/>
                </a:lnTo>
                <a:lnTo>
                  <a:pt x="60000" y="37500"/>
                </a:lnTo>
                <a:lnTo>
                  <a:pt x="82500" y="15000"/>
                </a:lnTo>
                <a:close/>
              </a:path>
              <a:path extrusionOk="0" fill="none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100000">
                <a:srgbClr val="FF9900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26" name="Google Shape;26;p6"/>
          <p:cNvSpPr txBox="1"/>
          <p:nvPr/>
        </p:nvSpPr>
        <p:spPr>
          <a:xfrm>
            <a:off x="6516688" y="-3175"/>
            <a:ext cx="251936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Cantor Cristão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6"/>
          <p:cNvSpPr txBox="1"/>
          <p:nvPr/>
        </p:nvSpPr>
        <p:spPr>
          <a:xfrm>
            <a:off x="6497638" y="-14288"/>
            <a:ext cx="2519362" cy="336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C5E8FF"/>
                </a:solidFill>
                <a:latin typeface="Arial"/>
                <a:ea typeface="Arial"/>
                <a:cs typeface="Arial"/>
                <a:sym typeface="Arial"/>
              </a:rPr>
              <a:t>Cantor Cristão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6"/>
          <p:cNvSpPr/>
          <p:nvPr/>
        </p:nvSpPr>
        <p:spPr>
          <a:xfrm>
            <a:off x="7319963" y="46038"/>
            <a:ext cx="215900" cy="2159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FFFF99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descr="WindowsXP (119)" id="29" name="Google Shape;2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6513" y="-26988"/>
            <a:ext cx="360363" cy="1079501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6"/>
          <p:cNvSpPr/>
          <p:nvPr/>
        </p:nvSpPr>
        <p:spPr>
          <a:xfrm>
            <a:off x="8893175" y="6640513"/>
            <a:ext cx="144463" cy="144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gradFill>
            <a:gsLst>
              <a:gs pos="0">
                <a:srgbClr val="FF9966"/>
              </a:gs>
              <a:gs pos="50000">
                <a:srgbClr val="FF3300"/>
              </a:gs>
              <a:gs pos="100000">
                <a:srgbClr val="FF9966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6"/>
          <p:cNvSpPr/>
          <p:nvPr/>
        </p:nvSpPr>
        <p:spPr>
          <a:xfrm>
            <a:off x="8089900" y="5364163"/>
            <a:ext cx="369888" cy="441325"/>
          </a:xfrm>
          <a:custGeom>
            <a:rect b="b" l="l" r="r" t="t"/>
            <a:pathLst>
              <a:path extrusionOk="0" h="21600" w="21600">
                <a:moveTo>
                  <a:pt x="7352" y="46"/>
                </a:moveTo>
                <a:lnTo>
                  <a:pt x="7373" y="9900"/>
                </a:lnTo>
                <a:lnTo>
                  <a:pt x="7352" y="16107"/>
                </a:lnTo>
                <a:lnTo>
                  <a:pt x="7103" y="15969"/>
                </a:lnTo>
                <a:lnTo>
                  <a:pt x="6729" y="15692"/>
                </a:lnTo>
                <a:lnTo>
                  <a:pt x="6355" y="15553"/>
                </a:lnTo>
                <a:lnTo>
                  <a:pt x="5981" y="15415"/>
                </a:lnTo>
                <a:lnTo>
                  <a:pt x="5607" y="15276"/>
                </a:lnTo>
                <a:lnTo>
                  <a:pt x="5109" y="15138"/>
                </a:lnTo>
                <a:lnTo>
                  <a:pt x="4735" y="15138"/>
                </a:lnTo>
                <a:lnTo>
                  <a:pt x="4236" y="15138"/>
                </a:lnTo>
                <a:lnTo>
                  <a:pt x="3364" y="15138"/>
                </a:lnTo>
                <a:lnTo>
                  <a:pt x="2616" y="15276"/>
                </a:lnTo>
                <a:lnTo>
                  <a:pt x="1869" y="15692"/>
                </a:lnTo>
                <a:lnTo>
                  <a:pt x="1246" y="15969"/>
                </a:lnTo>
                <a:lnTo>
                  <a:pt x="747" y="16523"/>
                </a:lnTo>
                <a:lnTo>
                  <a:pt x="373" y="17076"/>
                </a:lnTo>
                <a:lnTo>
                  <a:pt x="124" y="17630"/>
                </a:lnTo>
                <a:lnTo>
                  <a:pt x="0" y="18323"/>
                </a:lnTo>
                <a:lnTo>
                  <a:pt x="124" y="19015"/>
                </a:lnTo>
                <a:lnTo>
                  <a:pt x="373" y="19569"/>
                </a:lnTo>
                <a:lnTo>
                  <a:pt x="747" y="20123"/>
                </a:lnTo>
                <a:lnTo>
                  <a:pt x="1246" y="20676"/>
                </a:lnTo>
                <a:lnTo>
                  <a:pt x="1869" y="21092"/>
                </a:lnTo>
                <a:lnTo>
                  <a:pt x="2616" y="21369"/>
                </a:lnTo>
                <a:lnTo>
                  <a:pt x="3364" y="21507"/>
                </a:lnTo>
                <a:lnTo>
                  <a:pt x="4236" y="21646"/>
                </a:lnTo>
                <a:lnTo>
                  <a:pt x="5109" y="21507"/>
                </a:lnTo>
                <a:lnTo>
                  <a:pt x="5856" y="21369"/>
                </a:lnTo>
                <a:lnTo>
                  <a:pt x="6604" y="21092"/>
                </a:lnTo>
                <a:lnTo>
                  <a:pt x="7227" y="20676"/>
                </a:lnTo>
                <a:lnTo>
                  <a:pt x="7726" y="20123"/>
                </a:lnTo>
                <a:lnTo>
                  <a:pt x="8100" y="19569"/>
                </a:lnTo>
                <a:lnTo>
                  <a:pt x="8349" y="19015"/>
                </a:lnTo>
                <a:lnTo>
                  <a:pt x="8473" y="18323"/>
                </a:lnTo>
                <a:lnTo>
                  <a:pt x="8473" y="6276"/>
                </a:lnTo>
                <a:lnTo>
                  <a:pt x="20561" y="6276"/>
                </a:lnTo>
                <a:lnTo>
                  <a:pt x="20561" y="16107"/>
                </a:lnTo>
                <a:lnTo>
                  <a:pt x="20187" y="15830"/>
                </a:lnTo>
                <a:lnTo>
                  <a:pt x="19938" y="15692"/>
                </a:lnTo>
                <a:lnTo>
                  <a:pt x="19564" y="15553"/>
                </a:lnTo>
                <a:lnTo>
                  <a:pt x="19190" y="15415"/>
                </a:lnTo>
                <a:lnTo>
                  <a:pt x="18692" y="15276"/>
                </a:lnTo>
                <a:lnTo>
                  <a:pt x="18318" y="15138"/>
                </a:lnTo>
                <a:lnTo>
                  <a:pt x="17944" y="15138"/>
                </a:lnTo>
                <a:lnTo>
                  <a:pt x="17446" y="15138"/>
                </a:lnTo>
                <a:lnTo>
                  <a:pt x="16573" y="15138"/>
                </a:lnTo>
                <a:lnTo>
                  <a:pt x="15826" y="15276"/>
                </a:lnTo>
                <a:lnTo>
                  <a:pt x="15078" y="15692"/>
                </a:lnTo>
                <a:lnTo>
                  <a:pt x="14455" y="15969"/>
                </a:lnTo>
                <a:lnTo>
                  <a:pt x="13956" y="16523"/>
                </a:lnTo>
                <a:lnTo>
                  <a:pt x="13583" y="17076"/>
                </a:lnTo>
                <a:lnTo>
                  <a:pt x="13333" y="17630"/>
                </a:lnTo>
                <a:lnTo>
                  <a:pt x="13209" y="18323"/>
                </a:lnTo>
                <a:lnTo>
                  <a:pt x="13333" y="19015"/>
                </a:lnTo>
                <a:lnTo>
                  <a:pt x="13583" y="19569"/>
                </a:lnTo>
                <a:lnTo>
                  <a:pt x="13956" y="20123"/>
                </a:lnTo>
                <a:lnTo>
                  <a:pt x="14455" y="20676"/>
                </a:lnTo>
                <a:lnTo>
                  <a:pt x="15078" y="21092"/>
                </a:lnTo>
                <a:lnTo>
                  <a:pt x="15826" y="21369"/>
                </a:lnTo>
                <a:lnTo>
                  <a:pt x="16573" y="21507"/>
                </a:lnTo>
                <a:lnTo>
                  <a:pt x="17446" y="21646"/>
                </a:lnTo>
                <a:lnTo>
                  <a:pt x="18318" y="21507"/>
                </a:lnTo>
                <a:lnTo>
                  <a:pt x="19066" y="21369"/>
                </a:lnTo>
                <a:lnTo>
                  <a:pt x="19813" y="21092"/>
                </a:lnTo>
                <a:lnTo>
                  <a:pt x="20436" y="20676"/>
                </a:lnTo>
                <a:lnTo>
                  <a:pt x="20935" y="20123"/>
                </a:lnTo>
                <a:lnTo>
                  <a:pt x="21309" y="19569"/>
                </a:lnTo>
                <a:lnTo>
                  <a:pt x="21558" y="19015"/>
                </a:lnTo>
                <a:lnTo>
                  <a:pt x="21683" y="18323"/>
                </a:lnTo>
                <a:lnTo>
                  <a:pt x="21683" y="10061"/>
                </a:lnTo>
                <a:lnTo>
                  <a:pt x="21683" y="46"/>
                </a:lnTo>
                <a:lnTo>
                  <a:pt x="7352" y="46"/>
                </a:lnTo>
                <a:close/>
              </a:path>
            </a:pathLst>
          </a:custGeom>
          <a:gradFill>
            <a:gsLst>
              <a:gs pos="0">
                <a:srgbClr val="66CCFF"/>
              </a:gs>
              <a:gs pos="50000">
                <a:srgbClr val="004B96"/>
              </a:gs>
              <a:gs pos="100000">
                <a:srgbClr val="66CCFF"/>
              </a:gs>
            </a:gsLst>
            <a:lin ang="189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32" name="Google Shape;32;p6"/>
          <p:cNvSpPr/>
          <p:nvPr/>
        </p:nvSpPr>
        <p:spPr>
          <a:xfrm>
            <a:off x="8451850" y="3500438"/>
            <a:ext cx="441325" cy="442912"/>
          </a:xfrm>
          <a:custGeom>
            <a:rect b="b" l="l" r="r" t="t"/>
            <a:pathLst>
              <a:path extrusionOk="0" h="21600" w="21600">
                <a:moveTo>
                  <a:pt x="7352" y="46"/>
                </a:moveTo>
                <a:lnTo>
                  <a:pt x="7373" y="9900"/>
                </a:lnTo>
                <a:lnTo>
                  <a:pt x="7352" y="16107"/>
                </a:lnTo>
                <a:lnTo>
                  <a:pt x="7103" y="15969"/>
                </a:lnTo>
                <a:lnTo>
                  <a:pt x="6729" y="15692"/>
                </a:lnTo>
                <a:lnTo>
                  <a:pt x="6355" y="15553"/>
                </a:lnTo>
                <a:lnTo>
                  <a:pt x="5981" y="15415"/>
                </a:lnTo>
                <a:lnTo>
                  <a:pt x="5607" y="15276"/>
                </a:lnTo>
                <a:lnTo>
                  <a:pt x="5109" y="15138"/>
                </a:lnTo>
                <a:lnTo>
                  <a:pt x="4735" y="15138"/>
                </a:lnTo>
                <a:lnTo>
                  <a:pt x="4236" y="15138"/>
                </a:lnTo>
                <a:lnTo>
                  <a:pt x="3364" y="15138"/>
                </a:lnTo>
                <a:lnTo>
                  <a:pt x="2616" y="15276"/>
                </a:lnTo>
                <a:lnTo>
                  <a:pt x="1869" y="15692"/>
                </a:lnTo>
                <a:lnTo>
                  <a:pt x="1246" y="15969"/>
                </a:lnTo>
                <a:lnTo>
                  <a:pt x="747" y="16523"/>
                </a:lnTo>
                <a:lnTo>
                  <a:pt x="373" y="17076"/>
                </a:lnTo>
                <a:lnTo>
                  <a:pt x="124" y="17630"/>
                </a:lnTo>
                <a:lnTo>
                  <a:pt x="0" y="18323"/>
                </a:lnTo>
                <a:lnTo>
                  <a:pt x="124" y="19015"/>
                </a:lnTo>
                <a:lnTo>
                  <a:pt x="373" y="19569"/>
                </a:lnTo>
                <a:lnTo>
                  <a:pt x="747" y="20123"/>
                </a:lnTo>
                <a:lnTo>
                  <a:pt x="1246" y="20676"/>
                </a:lnTo>
                <a:lnTo>
                  <a:pt x="1869" y="21092"/>
                </a:lnTo>
                <a:lnTo>
                  <a:pt x="2616" y="21369"/>
                </a:lnTo>
                <a:lnTo>
                  <a:pt x="3364" y="21507"/>
                </a:lnTo>
                <a:lnTo>
                  <a:pt x="4236" y="21646"/>
                </a:lnTo>
                <a:lnTo>
                  <a:pt x="5109" y="21507"/>
                </a:lnTo>
                <a:lnTo>
                  <a:pt x="5856" y="21369"/>
                </a:lnTo>
                <a:lnTo>
                  <a:pt x="6604" y="21092"/>
                </a:lnTo>
                <a:lnTo>
                  <a:pt x="7227" y="20676"/>
                </a:lnTo>
                <a:lnTo>
                  <a:pt x="7726" y="20123"/>
                </a:lnTo>
                <a:lnTo>
                  <a:pt x="8100" y="19569"/>
                </a:lnTo>
                <a:lnTo>
                  <a:pt x="8349" y="19015"/>
                </a:lnTo>
                <a:lnTo>
                  <a:pt x="8473" y="18323"/>
                </a:lnTo>
                <a:lnTo>
                  <a:pt x="8473" y="6276"/>
                </a:lnTo>
                <a:lnTo>
                  <a:pt x="20561" y="6276"/>
                </a:lnTo>
                <a:lnTo>
                  <a:pt x="20561" y="16107"/>
                </a:lnTo>
                <a:lnTo>
                  <a:pt x="20187" y="15830"/>
                </a:lnTo>
                <a:lnTo>
                  <a:pt x="19938" y="15692"/>
                </a:lnTo>
                <a:lnTo>
                  <a:pt x="19564" y="15553"/>
                </a:lnTo>
                <a:lnTo>
                  <a:pt x="19190" y="15415"/>
                </a:lnTo>
                <a:lnTo>
                  <a:pt x="18692" y="15276"/>
                </a:lnTo>
                <a:lnTo>
                  <a:pt x="18318" y="15138"/>
                </a:lnTo>
                <a:lnTo>
                  <a:pt x="17944" y="15138"/>
                </a:lnTo>
                <a:lnTo>
                  <a:pt x="17446" y="15138"/>
                </a:lnTo>
                <a:lnTo>
                  <a:pt x="16573" y="15138"/>
                </a:lnTo>
                <a:lnTo>
                  <a:pt x="15826" y="15276"/>
                </a:lnTo>
                <a:lnTo>
                  <a:pt x="15078" y="15692"/>
                </a:lnTo>
                <a:lnTo>
                  <a:pt x="14455" y="15969"/>
                </a:lnTo>
                <a:lnTo>
                  <a:pt x="13956" y="16523"/>
                </a:lnTo>
                <a:lnTo>
                  <a:pt x="13583" y="17076"/>
                </a:lnTo>
                <a:lnTo>
                  <a:pt x="13333" y="17630"/>
                </a:lnTo>
                <a:lnTo>
                  <a:pt x="13209" y="18323"/>
                </a:lnTo>
                <a:lnTo>
                  <a:pt x="13333" y="19015"/>
                </a:lnTo>
                <a:lnTo>
                  <a:pt x="13583" y="19569"/>
                </a:lnTo>
                <a:lnTo>
                  <a:pt x="13956" y="20123"/>
                </a:lnTo>
                <a:lnTo>
                  <a:pt x="14455" y="20676"/>
                </a:lnTo>
                <a:lnTo>
                  <a:pt x="15078" y="21092"/>
                </a:lnTo>
                <a:lnTo>
                  <a:pt x="15826" y="21369"/>
                </a:lnTo>
                <a:lnTo>
                  <a:pt x="16573" y="21507"/>
                </a:lnTo>
                <a:lnTo>
                  <a:pt x="17446" y="21646"/>
                </a:lnTo>
                <a:lnTo>
                  <a:pt x="18318" y="21507"/>
                </a:lnTo>
                <a:lnTo>
                  <a:pt x="19066" y="21369"/>
                </a:lnTo>
                <a:lnTo>
                  <a:pt x="19813" y="21092"/>
                </a:lnTo>
                <a:lnTo>
                  <a:pt x="20436" y="20676"/>
                </a:lnTo>
                <a:lnTo>
                  <a:pt x="20935" y="20123"/>
                </a:lnTo>
                <a:lnTo>
                  <a:pt x="21309" y="19569"/>
                </a:lnTo>
                <a:lnTo>
                  <a:pt x="21558" y="19015"/>
                </a:lnTo>
                <a:lnTo>
                  <a:pt x="21683" y="18323"/>
                </a:lnTo>
                <a:lnTo>
                  <a:pt x="21683" y="10061"/>
                </a:lnTo>
                <a:lnTo>
                  <a:pt x="21683" y="46"/>
                </a:lnTo>
                <a:lnTo>
                  <a:pt x="7352" y="46"/>
                </a:lnTo>
                <a:close/>
              </a:path>
            </a:pathLst>
          </a:custGeom>
          <a:gradFill>
            <a:gsLst>
              <a:gs pos="0">
                <a:srgbClr val="66CCFF"/>
              </a:gs>
              <a:gs pos="50000">
                <a:srgbClr val="004B96"/>
              </a:gs>
              <a:gs pos="100000">
                <a:srgbClr val="66CCFF"/>
              </a:gs>
            </a:gsLst>
            <a:lin ang="189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33" name="Google Shape;33;p6"/>
          <p:cNvSpPr/>
          <p:nvPr/>
        </p:nvSpPr>
        <p:spPr>
          <a:xfrm>
            <a:off x="8388350" y="900113"/>
            <a:ext cx="223838" cy="296862"/>
          </a:xfrm>
          <a:custGeom>
            <a:rect b="b" l="l" r="r" t="t"/>
            <a:pathLst>
              <a:path extrusionOk="0" h="21600" w="21600">
                <a:moveTo>
                  <a:pt x="7352" y="46"/>
                </a:moveTo>
                <a:lnTo>
                  <a:pt x="7373" y="9900"/>
                </a:lnTo>
                <a:lnTo>
                  <a:pt x="7352" y="16107"/>
                </a:lnTo>
                <a:lnTo>
                  <a:pt x="7103" y="15969"/>
                </a:lnTo>
                <a:lnTo>
                  <a:pt x="6729" y="15692"/>
                </a:lnTo>
                <a:lnTo>
                  <a:pt x="6355" y="15553"/>
                </a:lnTo>
                <a:lnTo>
                  <a:pt x="5981" y="15415"/>
                </a:lnTo>
                <a:lnTo>
                  <a:pt x="5607" y="15276"/>
                </a:lnTo>
                <a:lnTo>
                  <a:pt x="5109" y="15138"/>
                </a:lnTo>
                <a:lnTo>
                  <a:pt x="4735" y="15138"/>
                </a:lnTo>
                <a:lnTo>
                  <a:pt x="4236" y="15138"/>
                </a:lnTo>
                <a:lnTo>
                  <a:pt x="3364" y="15138"/>
                </a:lnTo>
                <a:lnTo>
                  <a:pt x="2616" y="15276"/>
                </a:lnTo>
                <a:lnTo>
                  <a:pt x="1869" y="15692"/>
                </a:lnTo>
                <a:lnTo>
                  <a:pt x="1246" y="15969"/>
                </a:lnTo>
                <a:lnTo>
                  <a:pt x="747" y="16523"/>
                </a:lnTo>
                <a:lnTo>
                  <a:pt x="373" y="17076"/>
                </a:lnTo>
                <a:lnTo>
                  <a:pt x="124" y="17630"/>
                </a:lnTo>
                <a:lnTo>
                  <a:pt x="0" y="18323"/>
                </a:lnTo>
                <a:lnTo>
                  <a:pt x="124" y="19015"/>
                </a:lnTo>
                <a:lnTo>
                  <a:pt x="373" y="19569"/>
                </a:lnTo>
                <a:lnTo>
                  <a:pt x="747" y="20123"/>
                </a:lnTo>
                <a:lnTo>
                  <a:pt x="1246" y="20676"/>
                </a:lnTo>
                <a:lnTo>
                  <a:pt x="1869" y="21092"/>
                </a:lnTo>
                <a:lnTo>
                  <a:pt x="2616" y="21369"/>
                </a:lnTo>
                <a:lnTo>
                  <a:pt x="3364" y="21507"/>
                </a:lnTo>
                <a:lnTo>
                  <a:pt x="4236" y="21646"/>
                </a:lnTo>
                <a:lnTo>
                  <a:pt x="5109" y="21507"/>
                </a:lnTo>
                <a:lnTo>
                  <a:pt x="5856" y="21369"/>
                </a:lnTo>
                <a:lnTo>
                  <a:pt x="6604" y="21092"/>
                </a:lnTo>
                <a:lnTo>
                  <a:pt x="7227" y="20676"/>
                </a:lnTo>
                <a:lnTo>
                  <a:pt x="7726" y="20123"/>
                </a:lnTo>
                <a:lnTo>
                  <a:pt x="8100" y="19569"/>
                </a:lnTo>
                <a:lnTo>
                  <a:pt x="8349" y="19015"/>
                </a:lnTo>
                <a:lnTo>
                  <a:pt x="8473" y="18323"/>
                </a:lnTo>
                <a:lnTo>
                  <a:pt x="8473" y="6276"/>
                </a:lnTo>
                <a:lnTo>
                  <a:pt x="20561" y="6276"/>
                </a:lnTo>
                <a:lnTo>
                  <a:pt x="20561" y="16107"/>
                </a:lnTo>
                <a:lnTo>
                  <a:pt x="20187" y="15830"/>
                </a:lnTo>
                <a:lnTo>
                  <a:pt x="19938" y="15692"/>
                </a:lnTo>
                <a:lnTo>
                  <a:pt x="19564" y="15553"/>
                </a:lnTo>
                <a:lnTo>
                  <a:pt x="19190" y="15415"/>
                </a:lnTo>
                <a:lnTo>
                  <a:pt x="18692" y="15276"/>
                </a:lnTo>
                <a:lnTo>
                  <a:pt x="18318" y="15138"/>
                </a:lnTo>
                <a:lnTo>
                  <a:pt x="17944" y="15138"/>
                </a:lnTo>
                <a:lnTo>
                  <a:pt x="17446" y="15138"/>
                </a:lnTo>
                <a:lnTo>
                  <a:pt x="16573" y="15138"/>
                </a:lnTo>
                <a:lnTo>
                  <a:pt x="15826" y="15276"/>
                </a:lnTo>
                <a:lnTo>
                  <a:pt x="15078" y="15692"/>
                </a:lnTo>
                <a:lnTo>
                  <a:pt x="14455" y="15969"/>
                </a:lnTo>
                <a:lnTo>
                  <a:pt x="13956" y="16523"/>
                </a:lnTo>
                <a:lnTo>
                  <a:pt x="13583" y="17076"/>
                </a:lnTo>
                <a:lnTo>
                  <a:pt x="13333" y="17630"/>
                </a:lnTo>
                <a:lnTo>
                  <a:pt x="13209" y="18323"/>
                </a:lnTo>
                <a:lnTo>
                  <a:pt x="13333" y="19015"/>
                </a:lnTo>
                <a:lnTo>
                  <a:pt x="13583" y="19569"/>
                </a:lnTo>
                <a:lnTo>
                  <a:pt x="13956" y="20123"/>
                </a:lnTo>
                <a:lnTo>
                  <a:pt x="14455" y="20676"/>
                </a:lnTo>
                <a:lnTo>
                  <a:pt x="15078" y="21092"/>
                </a:lnTo>
                <a:lnTo>
                  <a:pt x="15826" y="21369"/>
                </a:lnTo>
                <a:lnTo>
                  <a:pt x="16573" y="21507"/>
                </a:lnTo>
                <a:lnTo>
                  <a:pt x="17446" y="21646"/>
                </a:lnTo>
                <a:lnTo>
                  <a:pt x="18318" y="21507"/>
                </a:lnTo>
                <a:lnTo>
                  <a:pt x="19066" y="21369"/>
                </a:lnTo>
                <a:lnTo>
                  <a:pt x="19813" y="21092"/>
                </a:lnTo>
                <a:lnTo>
                  <a:pt x="20436" y="20676"/>
                </a:lnTo>
                <a:lnTo>
                  <a:pt x="20935" y="20123"/>
                </a:lnTo>
                <a:lnTo>
                  <a:pt x="21309" y="19569"/>
                </a:lnTo>
                <a:lnTo>
                  <a:pt x="21558" y="19015"/>
                </a:lnTo>
                <a:lnTo>
                  <a:pt x="21683" y="18323"/>
                </a:lnTo>
                <a:lnTo>
                  <a:pt x="21683" y="10061"/>
                </a:lnTo>
                <a:lnTo>
                  <a:pt x="21683" y="46"/>
                </a:lnTo>
                <a:lnTo>
                  <a:pt x="7352" y="46"/>
                </a:lnTo>
                <a:close/>
              </a:path>
            </a:pathLst>
          </a:custGeom>
          <a:gradFill>
            <a:gsLst>
              <a:gs pos="0">
                <a:srgbClr val="66CCFF"/>
              </a:gs>
              <a:gs pos="50000">
                <a:srgbClr val="004B96"/>
              </a:gs>
              <a:gs pos="100000">
                <a:srgbClr val="66CCFF"/>
              </a:gs>
            </a:gsLst>
            <a:lin ang="189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34" name="Google Shape;34;p6"/>
          <p:cNvSpPr/>
          <p:nvPr/>
        </p:nvSpPr>
        <p:spPr>
          <a:xfrm>
            <a:off x="107950" y="1700213"/>
            <a:ext cx="223838" cy="296862"/>
          </a:xfrm>
          <a:custGeom>
            <a:rect b="b" l="l" r="r" t="t"/>
            <a:pathLst>
              <a:path extrusionOk="0" h="21600" w="21600">
                <a:moveTo>
                  <a:pt x="7352" y="46"/>
                </a:moveTo>
                <a:lnTo>
                  <a:pt x="7373" y="9900"/>
                </a:lnTo>
                <a:lnTo>
                  <a:pt x="7352" y="16107"/>
                </a:lnTo>
                <a:lnTo>
                  <a:pt x="7103" y="15969"/>
                </a:lnTo>
                <a:lnTo>
                  <a:pt x="6729" y="15692"/>
                </a:lnTo>
                <a:lnTo>
                  <a:pt x="6355" y="15553"/>
                </a:lnTo>
                <a:lnTo>
                  <a:pt x="5981" y="15415"/>
                </a:lnTo>
                <a:lnTo>
                  <a:pt x="5607" y="15276"/>
                </a:lnTo>
                <a:lnTo>
                  <a:pt x="5109" y="15138"/>
                </a:lnTo>
                <a:lnTo>
                  <a:pt x="4735" y="15138"/>
                </a:lnTo>
                <a:lnTo>
                  <a:pt x="4236" y="15138"/>
                </a:lnTo>
                <a:lnTo>
                  <a:pt x="3364" y="15138"/>
                </a:lnTo>
                <a:lnTo>
                  <a:pt x="2616" y="15276"/>
                </a:lnTo>
                <a:lnTo>
                  <a:pt x="1869" y="15692"/>
                </a:lnTo>
                <a:lnTo>
                  <a:pt x="1246" y="15969"/>
                </a:lnTo>
                <a:lnTo>
                  <a:pt x="747" y="16523"/>
                </a:lnTo>
                <a:lnTo>
                  <a:pt x="373" y="17076"/>
                </a:lnTo>
                <a:lnTo>
                  <a:pt x="124" y="17630"/>
                </a:lnTo>
                <a:lnTo>
                  <a:pt x="0" y="18323"/>
                </a:lnTo>
                <a:lnTo>
                  <a:pt x="124" y="19015"/>
                </a:lnTo>
                <a:lnTo>
                  <a:pt x="373" y="19569"/>
                </a:lnTo>
                <a:lnTo>
                  <a:pt x="747" y="20123"/>
                </a:lnTo>
                <a:lnTo>
                  <a:pt x="1246" y="20676"/>
                </a:lnTo>
                <a:lnTo>
                  <a:pt x="1869" y="21092"/>
                </a:lnTo>
                <a:lnTo>
                  <a:pt x="2616" y="21369"/>
                </a:lnTo>
                <a:lnTo>
                  <a:pt x="3364" y="21507"/>
                </a:lnTo>
                <a:lnTo>
                  <a:pt x="4236" y="21646"/>
                </a:lnTo>
                <a:lnTo>
                  <a:pt x="5109" y="21507"/>
                </a:lnTo>
                <a:lnTo>
                  <a:pt x="5856" y="21369"/>
                </a:lnTo>
                <a:lnTo>
                  <a:pt x="6604" y="21092"/>
                </a:lnTo>
                <a:lnTo>
                  <a:pt x="7227" y="20676"/>
                </a:lnTo>
                <a:lnTo>
                  <a:pt x="7726" y="20123"/>
                </a:lnTo>
                <a:lnTo>
                  <a:pt x="8100" y="19569"/>
                </a:lnTo>
                <a:lnTo>
                  <a:pt x="8349" y="19015"/>
                </a:lnTo>
                <a:lnTo>
                  <a:pt x="8473" y="18323"/>
                </a:lnTo>
                <a:lnTo>
                  <a:pt x="8473" y="6276"/>
                </a:lnTo>
                <a:lnTo>
                  <a:pt x="20561" y="6276"/>
                </a:lnTo>
                <a:lnTo>
                  <a:pt x="20561" y="16107"/>
                </a:lnTo>
                <a:lnTo>
                  <a:pt x="20187" y="15830"/>
                </a:lnTo>
                <a:lnTo>
                  <a:pt x="19938" y="15692"/>
                </a:lnTo>
                <a:lnTo>
                  <a:pt x="19564" y="15553"/>
                </a:lnTo>
                <a:lnTo>
                  <a:pt x="19190" y="15415"/>
                </a:lnTo>
                <a:lnTo>
                  <a:pt x="18692" y="15276"/>
                </a:lnTo>
                <a:lnTo>
                  <a:pt x="18318" y="15138"/>
                </a:lnTo>
                <a:lnTo>
                  <a:pt x="17944" y="15138"/>
                </a:lnTo>
                <a:lnTo>
                  <a:pt x="17446" y="15138"/>
                </a:lnTo>
                <a:lnTo>
                  <a:pt x="16573" y="15138"/>
                </a:lnTo>
                <a:lnTo>
                  <a:pt x="15826" y="15276"/>
                </a:lnTo>
                <a:lnTo>
                  <a:pt x="15078" y="15692"/>
                </a:lnTo>
                <a:lnTo>
                  <a:pt x="14455" y="15969"/>
                </a:lnTo>
                <a:lnTo>
                  <a:pt x="13956" y="16523"/>
                </a:lnTo>
                <a:lnTo>
                  <a:pt x="13583" y="17076"/>
                </a:lnTo>
                <a:lnTo>
                  <a:pt x="13333" y="17630"/>
                </a:lnTo>
                <a:lnTo>
                  <a:pt x="13209" y="18323"/>
                </a:lnTo>
                <a:lnTo>
                  <a:pt x="13333" y="19015"/>
                </a:lnTo>
                <a:lnTo>
                  <a:pt x="13583" y="19569"/>
                </a:lnTo>
                <a:lnTo>
                  <a:pt x="13956" y="20123"/>
                </a:lnTo>
                <a:lnTo>
                  <a:pt x="14455" y="20676"/>
                </a:lnTo>
                <a:lnTo>
                  <a:pt x="15078" y="21092"/>
                </a:lnTo>
                <a:lnTo>
                  <a:pt x="15826" y="21369"/>
                </a:lnTo>
                <a:lnTo>
                  <a:pt x="16573" y="21507"/>
                </a:lnTo>
                <a:lnTo>
                  <a:pt x="17446" y="21646"/>
                </a:lnTo>
                <a:lnTo>
                  <a:pt x="18318" y="21507"/>
                </a:lnTo>
                <a:lnTo>
                  <a:pt x="19066" y="21369"/>
                </a:lnTo>
                <a:lnTo>
                  <a:pt x="19813" y="21092"/>
                </a:lnTo>
                <a:lnTo>
                  <a:pt x="20436" y="20676"/>
                </a:lnTo>
                <a:lnTo>
                  <a:pt x="20935" y="20123"/>
                </a:lnTo>
                <a:lnTo>
                  <a:pt x="21309" y="19569"/>
                </a:lnTo>
                <a:lnTo>
                  <a:pt x="21558" y="19015"/>
                </a:lnTo>
                <a:lnTo>
                  <a:pt x="21683" y="18323"/>
                </a:lnTo>
                <a:lnTo>
                  <a:pt x="21683" y="10061"/>
                </a:lnTo>
                <a:lnTo>
                  <a:pt x="21683" y="46"/>
                </a:lnTo>
                <a:lnTo>
                  <a:pt x="7352" y="46"/>
                </a:lnTo>
                <a:close/>
              </a:path>
            </a:pathLst>
          </a:custGeom>
          <a:gradFill>
            <a:gsLst>
              <a:gs pos="0">
                <a:srgbClr val="33CCFF"/>
              </a:gs>
              <a:gs pos="50000">
                <a:srgbClr val="004B96"/>
              </a:gs>
              <a:gs pos="100000">
                <a:srgbClr val="33CCFF"/>
              </a:gs>
            </a:gsLst>
            <a:lin ang="189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35" name="Google Shape;35;p6"/>
          <p:cNvSpPr txBox="1"/>
          <p:nvPr/>
        </p:nvSpPr>
        <p:spPr>
          <a:xfrm>
            <a:off x="971550" y="6597650"/>
            <a:ext cx="21605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rgbClr val="C5E8FF"/>
                </a:solidFill>
                <a:latin typeface="Arial"/>
                <a:ea typeface="Arial"/>
                <a:cs typeface="Arial"/>
                <a:sym typeface="Arial"/>
              </a:rPr>
              <a:t>IGREJA BATISTA DE TAUÁ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6"/>
          <p:cNvSpPr/>
          <p:nvPr/>
        </p:nvSpPr>
        <p:spPr>
          <a:xfrm>
            <a:off x="323850" y="4005263"/>
            <a:ext cx="369888" cy="441325"/>
          </a:xfrm>
          <a:custGeom>
            <a:rect b="b" l="l" r="r" t="t"/>
            <a:pathLst>
              <a:path extrusionOk="0" h="21600" w="21600">
                <a:moveTo>
                  <a:pt x="7352" y="46"/>
                </a:moveTo>
                <a:lnTo>
                  <a:pt x="7373" y="9900"/>
                </a:lnTo>
                <a:lnTo>
                  <a:pt x="7352" y="16107"/>
                </a:lnTo>
                <a:lnTo>
                  <a:pt x="7103" y="15969"/>
                </a:lnTo>
                <a:lnTo>
                  <a:pt x="6729" y="15692"/>
                </a:lnTo>
                <a:lnTo>
                  <a:pt x="6355" y="15553"/>
                </a:lnTo>
                <a:lnTo>
                  <a:pt x="5981" y="15415"/>
                </a:lnTo>
                <a:lnTo>
                  <a:pt x="5607" y="15276"/>
                </a:lnTo>
                <a:lnTo>
                  <a:pt x="5109" y="15138"/>
                </a:lnTo>
                <a:lnTo>
                  <a:pt x="4735" y="15138"/>
                </a:lnTo>
                <a:lnTo>
                  <a:pt x="4236" y="15138"/>
                </a:lnTo>
                <a:lnTo>
                  <a:pt x="3364" y="15138"/>
                </a:lnTo>
                <a:lnTo>
                  <a:pt x="2616" y="15276"/>
                </a:lnTo>
                <a:lnTo>
                  <a:pt x="1869" y="15692"/>
                </a:lnTo>
                <a:lnTo>
                  <a:pt x="1246" y="15969"/>
                </a:lnTo>
                <a:lnTo>
                  <a:pt x="747" y="16523"/>
                </a:lnTo>
                <a:lnTo>
                  <a:pt x="373" y="17076"/>
                </a:lnTo>
                <a:lnTo>
                  <a:pt x="124" y="17630"/>
                </a:lnTo>
                <a:lnTo>
                  <a:pt x="0" y="18323"/>
                </a:lnTo>
                <a:lnTo>
                  <a:pt x="124" y="19015"/>
                </a:lnTo>
                <a:lnTo>
                  <a:pt x="373" y="19569"/>
                </a:lnTo>
                <a:lnTo>
                  <a:pt x="747" y="20123"/>
                </a:lnTo>
                <a:lnTo>
                  <a:pt x="1246" y="20676"/>
                </a:lnTo>
                <a:lnTo>
                  <a:pt x="1869" y="21092"/>
                </a:lnTo>
                <a:lnTo>
                  <a:pt x="2616" y="21369"/>
                </a:lnTo>
                <a:lnTo>
                  <a:pt x="3364" y="21507"/>
                </a:lnTo>
                <a:lnTo>
                  <a:pt x="4236" y="21646"/>
                </a:lnTo>
                <a:lnTo>
                  <a:pt x="5109" y="21507"/>
                </a:lnTo>
                <a:lnTo>
                  <a:pt x="5856" y="21369"/>
                </a:lnTo>
                <a:lnTo>
                  <a:pt x="6604" y="21092"/>
                </a:lnTo>
                <a:lnTo>
                  <a:pt x="7227" y="20676"/>
                </a:lnTo>
                <a:lnTo>
                  <a:pt x="7726" y="20123"/>
                </a:lnTo>
                <a:lnTo>
                  <a:pt x="8100" y="19569"/>
                </a:lnTo>
                <a:lnTo>
                  <a:pt x="8349" y="19015"/>
                </a:lnTo>
                <a:lnTo>
                  <a:pt x="8473" y="18323"/>
                </a:lnTo>
                <a:lnTo>
                  <a:pt x="8473" y="6276"/>
                </a:lnTo>
                <a:lnTo>
                  <a:pt x="20561" y="6276"/>
                </a:lnTo>
                <a:lnTo>
                  <a:pt x="20561" y="16107"/>
                </a:lnTo>
                <a:lnTo>
                  <a:pt x="20187" y="15830"/>
                </a:lnTo>
                <a:lnTo>
                  <a:pt x="19938" y="15692"/>
                </a:lnTo>
                <a:lnTo>
                  <a:pt x="19564" y="15553"/>
                </a:lnTo>
                <a:lnTo>
                  <a:pt x="19190" y="15415"/>
                </a:lnTo>
                <a:lnTo>
                  <a:pt x="18692" y="15276"/>
                </a:lnTo>
                <a:lnTo>
                  <a:pt x="18318" y="15138"/>
                </a:lnTo>
                <a:lnTo>
                  <a:pt x="17944" y="15138"/>
                </a:lnTo>
                <a:lnTo>
                  <a:pt x="17446" y="15138"/>
                </a:lnTo>
                <a:lnTo>
                  <a:pt x="16573" y="15138"/>
                </a:lnTo>
                <a:lnTo>
                  <a:pt x="15826" y="15276"/>
                </a:lnTo>
                <a:lnTo>
                  <a:pt x="15078" y="15692"/>
                </a:lnTo>
                <a:lnTo>
                  <a:pt x="14455" y="15969"/>
                </a:lnTo>
                <a:lnTo>
                  <a:pt x="13956" y="16523"/>
                </a:lnTo>
                <a:lnTo>
                  <a:pt x="13583" y="17076"/>
                </a:lnTo>
                <a:lnTo>
                  <a:pt x="13333" y="17630"/>
                </a:lnTo>
                <a:lnTo>
                  <a:pt x="13209" y="18323"/>
                </a:lnTo>
                <a:lnTo>
                  <a:pt x="13333" y="19015"/>
                </a:lnTo>
                <a:lnTo>
                  <a:pt x="13583" y="19569"/>
                </a:lnTo>
                <a:lnTo>
                  <a:pt x="13956" y="20123"/>
                </a:lnTo>
                <a:lnTo>
                  <a:pt x="14455" y="20676"/>
                </a:lnTo>
                <a:lnTo>
                  <a:pt x="15078" y="21092"/>
                </a:lnTo>
                <a:lnTo>
                  <a:pt x="15826" y="21369"/>
                </a:lnTo>
                <a:lnTo>
                  <a:pt x="16573" y="21507"/>
                </a:lnTo>
                <a:lnTo>
                  <a:pt x="17446" y="21646"/>
                </a:lnTo>
                <a:lnTo>
                  <a:pt x="18318" y="21507"/>
                </a:lnTo>
                <a:lnTo>
                  <a:pt x="19066" y="21369"/>
                </a:lnTo>
                <a:lnTo>
                  <a:pt x="19813" y="21092"/>
                </a:lnTo>
                <a:lnTo>
                  <a:pt x="20436" y="20676"/>
                </a:lnTo>
                <a:lnTo>
                  <a:pt x="20935" y="20123"/>
                </a:lnTo>
                <a:lnTo>
                  <a:pt x="21309" y="19569"/>
                </a:lnTo>
                <a:lnTo>
                  <a:pt x="21558" y="19015"/>
                </a:lnTo>
                <a:lnTo>
                  <a:pt x="21683" y="18323"/>
                </a:lnTo>
                <a:lnTo>
                  <a:pt x="21683" y="10061"/>
                </a:lnTo>
                <a:lnTo>
                  <a:pt x="21683" y="46"/>
                </a:lnTo>
                <a:lnTo>
                  <a:pt x="7352" y="46"/>
                </a:lnTo>
                <a:close/>
              </a:path>
            </a:pathLst>
          </a:custGeom>
          <a:gradFill>
            <a:gsLst>
              <a:gs pos="0">
                <a:srgbClr val="66CCFF"/>
              </a:gs>
              <a:gs pos="50000">
                <a:srgbClr val="004B96"/>
              </a:gs>
              <a:gs pos="100000">
                <a:srgbClr val="66CCFF"/>
              </a:gs>
            </a:gsLst>
            <a:lin ang="189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chemeClr val="l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descr="marca" id="37" name="Google Shape;3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3850" y="6418263"/>
            <a:ext cx="647700" cy="381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"/>
          <p:cNvSpPr txBox="1"/>
          <p:nvPr>
            <p:ph type="ctrTitle"/>
          </p:nvPr>
        </p:nvSpPr>
        <p:spPr>
          <a:xfrm>
            <a:off x="1143000" y="1122371"/>
            <a:ext cx="6858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pt-BR">
                <a:latin typeface="Calibri"/>
                <a:ea typeface="Calibri"/>
                <a:cs typeface="Calibri"/>
                <a:sym typeface="Calibri"/>
              </a:rPr>
              <a:t>Senhor, me ensina</a:t>
            </a:r>
            <a:endParaRPr/>
          </a:p>
        </p:txBody>
      </p:sp>
      <p:sp>
        <p:nvSpPr>
          <p:cNvPr id="79" name="Google Shape;79;p1"/>
          <p:cNvSpPr txBox="1"/>
          <p:nvPr>
            <p:ph idx="1" type="subTitle"/>
          </p:nvPr>
        </p:nvSpPr>
        <p:spPr>
          <a:xfrm>
            <a:off x="1143000" y="3081275"/>
            <a:ext cx="6858000" cy="21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 Rounded"/>
              <a:buNone/>
            </a:pPr>
            <a:r>
              <a:rPr lang="pt-BR"/>
              <a:t>Hinos de Louvor  47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 txBox="1"/>
          <p:nvPr>
            <p:ph idx="1" type="body"/>
          </p:nvPr>
        </p:nvSpPr>
        <p:spPr>
          <a:xfrm>
            <a:off x="179512" y="404664"/>
            <a:ext cx="7704856" cy="53176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lang="pt-BR">
                <a:latin typeface="Calibri"/>
                <a:ea typeface="Calibri"/>
                <a:cs typeface="Calibri"/>
                <a:sym typeface="Calibri"/>
              </a:rPr>
              <a:t>Senhor, me ensina, em verdade, como Te adorar;</a:t>
            </a:r>
            <a:endParaRPr b="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lang="pt-BR">
                <a:latin typeface="Calibri"/>
                <a:ea typeface="Calibri"/>
                <a:cs typeface="Calibri"/>
                <a:sym typeface="Calibri"/>
              </a:rPr>
              <a:t>Como esperar em Ti, e as forças renovar.</a:t>
            </a:r>
            <a:endParaRPr b="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lang="pt-BR">
                <a:latin typeface="Calibri"/>
                <a:ea typeface="Calibri"/>
                <a:cs typeface="Calibri"/>
                <a:sym typeface="Calibri"/>
              </a:rPr>
              <a:t>Me ensina a superar as provas dos porvir;</a:t>
            </a:r>
            <a:endParaRPr b="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lang="pt-BR">
                <a:latin typeface="Calibri"/>
                <a:ea typeface="Calibri"/>
                <a:cs typeface="Calibri"/>
                <a:sym typeface="Calibri"/>
              </a:rPr>
              <a:t>Senhor, me ensina em Teu caminho sempre prosseguir.</a:t>
            </a:r>
            <a:endParaRPr/>
          </a:p>
          <a:p>
            <a:pPr indent="0" lvl="0" marL="365125" rtl="0" algn="ctr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 sz="3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"/>
          <p:cNvSpPr txBox="1"/>
          <p:nvPr>
            <p:ph idx="1" type="body"/>
          </p:nvPr>
        </p:nvSpPr>
        <p:spPr>
          <a:xfrm>
            <a:off x="179512" y="404664"/>
            <a:ext cx="7704856" cy="53176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lang="pt-BR" sz="4400">
                <a:latin typeface="Calibri"/>
                <a:ea typeface="Calibri"/>
                <a:cs typeface="Calibri"/>
                <a:sym typeface="Calibri"/>
              </a:rPr>
              <a:t>Senhor, me ensina a Te seguir para qualquer lugar;</a:t>
            </a:r>
            <a:endParaRPr b="0" sz="4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lang="pt-BR" sz="4400">
                <a:latin typeface="Calibri"/>
                <a:ea typeface="Calibri"/>
                <a:cs typeface="Calibri"/>
                <a:sym typeface="Calibri"/>
              </a:rPr>
              <a:t>Como creditar a Ti o amor que devo dar;</a:t>
            </a:r>
            <a:endParaRPr b="0" sz="4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lang="pt-BR" sz="4400">
                <a:latin typeface="Calibri"/>
                <a:ea typeface="Calibri"/>
                <a:cs typeface="Calibri"/>
                <a:sym typeface="Calibri"/>
              </a:rPr>
              <a:t>Me ensina a Te ouvir, e o Teu mandar fazer;</a:t>
            </a:r>
            <a:endParaRPr b="0" sz="4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lang="pt-BR" sz="4400">
                <a:latin typeface="Calibri"/>
                <a:ea typeface="Calibri"/>
                <a:cs typeface="Calibri"/>
                <a:sym typeface="Calibri"/>
              </a:rPr>
              <a:t>Senhor, me ensina a paciente, calmo e quieto ser.</a:t>
            </a:r>
            <a:endParaRPr b="0" sz="4400">
              <a:latin typeface="Arial"/>
              <a:ea typeface="Arial"/>
              <a:cs typeface="Arial"/>
              <a:sym typeface="Arial"/>
            </a:endParaRPr>
          </a:p>
          <a:p>
            <a:pPr indent="0" lvl="0" marL="365125" rtl="0" algn="ctr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/>
          </a:p>
          <a:p>
            <a:pPr indent="0" lvl="0" marL="365125" rtl="0" algn="ctr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 sz="3800"/>
          </a:p>
        </p:txBody>
      </p:sp>
      <p:sp>
        <p:nvSpPr>
          <p:cNvPr id="90" name="Google Shape;90;p3"/>
          <p:cNvSpPr txBox="1"/>
          <p:nvPr/>
        </p:nvSpPr>
        <p:spPr>
          <a:xfrm>
            <a:off x="6804248" y="5837202"/>
            <a:ext cx="64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"/>
          <p:cNvSpPr txBox="1"/>
          <p:nvPr>
            <p:ph idx="1" type="body"/>
          </p:nvPr>
        </p:nvSpPr>
        <p:spPr>
          <a:xfrm>
            <a:off x="179512" y="404664"/>
            <a:ext cx="7704856" cy="53176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lang="pt-BR" sz="4400">
                <a:latin typeface="Calibri"/>
                <a:ea typeface="Calibri"/>
                <a:cs typeface="Calibri"/>
                <a:sym typeface="Calibri"/>
              </a:rPr>
              <a:t>Senhor, me ensina a devotar a vida em Teu favor;</a:t>
            </a:r>
            <a:endParaRPr b="0" sz="4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lang="pt-BR" sz="4400">
                <a:latin typeface="Calibri"/>
                <a:ea typeface="Calibri"/>
                <a:cs typeface="Calibri"/>
                <a:sym typeface="Calibri"/>
              </a:rPr>
              <a:t>Como oferecer-Te um sacrifício de louvor.</a:t>
            </a:r>
            <a:endParaRPr b="0" sz="4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lang="pt-BR" sz="4400">
                <a:latin typeface="Calibri"/>
                <a:ea typeface="Calibri"/>
                <a:cs typeface="Calibri"/>
                <a:sym typeface="Calibri"/>
              </a:rPr>
              <a:t>Me ensina a crer em Ti em meio a provação;</a:t>
            </a:r>
            <a:endParaRPr b="0" sz="4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lang="pt-BR" sz="4400">
                <a:latin typeface="Calibri"/>
                <a:ea typeface="Calibri"/>
                <a:cs typeface="Calibri"/>
                <a:sym typeface="Calibri"/>
              </a:rPr>
              <a:t>Senhor, me ensina a alçar a Ti, por fé, meu coração.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65125" rtl="0" algn="ctr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/>
          </a:p>
          <a:p>
            <a:pPr indent="0" lvl="0" marL="365125" rtl="0" algn="ctr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 sz="3800"/>
          </a:p>
        </p:txBody>
      </p:sp>
      <p:sp>
        <p:nvSpPr>
          <p:cNvPr id="96" name="Google Shape;96;p4"/>
          <p:cNvSpPr txBox="1"/>
          <p:nvPr/>
        </p:nvSpPr>
        <p:spPr>
          <a:xfrm>
            <a:off x="6804248" y="5837202"/>
            <a:ext cx="64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2018-03-21T13:52:28Z</dcterms:created>
  <dc:creator>Usuario Bedeis - Mossoro</dc:creator>
</cp:coreProperties>
</file>