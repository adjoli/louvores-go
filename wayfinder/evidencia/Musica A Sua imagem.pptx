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4" r:id="rId9"/>
    <p:sldId id="262" r:id="rId1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12D2-D9F8-488D-9508-9D518172CFDC}" type="datetimeFigureOut">
              <a:rPr lang="pt-BR" smtClean="0"/>
              <a:t>27/05/2017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8AF6-094A-47F2-924F-C30563FDDCB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12D2-D9F8-488D-9508-9D518172CFDC}" type="datetimeFigureOut">
              <a:rPr lang="pt-BR" smtClean="0"/>
              <a:t>27/05/2017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8AF6-094A-47F2-924F-C30563FDDCB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12D2-D9F8-488D-9508-9D518172CFDC}" type="datetimeFigureOut">
              <a:rPr lang="pt-BR" smtClean="0"/>
              <a:t>27/05/2017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8AF6-094A-47F2-924F-C30563FDDCB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12D2-D9F8-488D-9508-9D518172CFDC}" type="datetimeFigureOut">
              <a:rPr lang="pt-BR" smtClean="0"/>
              <a:t>27/05/2017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8AF6-094A-47F2-924F-C30563FDDCB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12D2-D9F8-488D-9508-9D518172CFDC}" type="datetimeFigureOut">
              <a:rPr lang="pt-BR" smtClean="0"/>
              <a:t>27/05/2017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8AF6-094A-47F2-924F-C30563FDDCB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12D2-D9F8-488D-9508-9D518172CFDC}" type="datetimeFigureOut">
              <a:rPr lang="pt-BR" smtClean="0"/>
              <a:t>27/05/2017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8AF6-094A-47F2-924F-C30563FDDCB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12D2-D9F8-488D-9508-9D518172CFDC}" type="datetimeFigureOut">
              <a:rPr lang="pt-BR" smtClean="0"/>
              <a:t>27/05/2017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8AF6-094A-47F2-924F-C30563FDDCB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12D2-D9F8-488D-9508-9D518172CFDC}" type="datetimeFigureOut">
              <a:rPr lang="pt-BR" smtClean="0"/>
              <a:t>27/05/2017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8AF6-094A-47F2-924F-C30563FDDCB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Clique no ícone para adicionar uma imagem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12D2-D9F8-488D-9508-9D518172CFDC}" type="datetimeFigureOut">
              <a:rPr lang="pt-BR" smtClean="0"/>
              <a:t>27/05/2017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8AF6-094A-47F2-924F-C30563FDDCB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12D2-D9F8-488D-9508-9D518172CFDC}" type="datetimeFigureOut">
              <a:rPr lang="pt-BR" smtClean="0"/>
              <a:t>27/05/2017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8AF6-094A-47F2-924F-C30563FDDCB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712D2-D9F8-488D-9508-9D518172CFDC}" type="datetimeFigureOut">
              <a:rPr lang="pt-BR" smtClean="0"/>
              <a:t>27/05/2017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88AF6-094A-47F2-924F-C30563FDDCB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0712D2-D9F8-488D-9508-9D518172CFDC}" type="datetimeFigureOut">
              <a:rPr lang="pt-BR" smtClean="0"/>
              <a:t>27/05/2017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88AF6-094A-47F2-924F-C30563FDDCB8}" type="slidenum">
              <a:rPr lang="pt-BR" smtClean="0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3568" y="1052736"/>
            <a:ext cx="7124328" cy="2478137"/>
          </a:xfrm>
        </p:spPr>
        <p:txBody>
          <a:bodyPr>
            <a:normAutofit/>
          </a:bodyPr>
          <a:lstStyle/>
          <a:p>
            <a:r>
              <a:rPr lang="pt-BR" sz="6000" dirty="0" smtClean="0"/>
              <a:t>A Sua imagem</a:t>
            </a:r>
            <a:endParaRPr lang="pt-BR" sz="60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7487816" y="40002"/>
            <a:ext cx="165618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itchFamily="66" charset="0"/>
                <a:cs typeface="Arial" pitchFamily="34" charset="0"/>
              </a:rPr>
              <a:t>IBRECEM</a:t>
            </a:r>
            <a:endParaRPr lang="pt-BR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itchFamily="66" charset="0"/>
              <a:cs typeface="Arial" pitchFamily="34" charset="0"/>
            </a:endParaRPr>
          </a:p>
        </p:txBody>
      </p:sp>
      <p:sp>
        <p:nvSpPr>
          <p:cNvPr id="6" name="Subtítulo 2"/>
          <p:cNvSpPr>
            <a:spLocks noGrp="1"/>
          </p:cNvSpPr>
          <p:nvPr>
            <p:ph type="subTitle" idx="1"/>
          </p:nvPr>
        </p:nvSpPr>
        <p:spPr>
          <a:xfrm>
            <a:off x="683568" y="3789040"/>
            <a:ext cx="6804248" cy="2376264"/>
          </a:xfrm>
        </p:spPr>
        <p:txBody>
          <a:bodyPr>
            <a:normAutofit fontScale="85000" lnSpcReduction="10000"/>
          </a:bodyPr>
          <a:lstStyle/>
          <a:p>
            <a:pPr>
              <a:spcAft>
                <a:spcPts val="1200"/>
              </a:spcAft>
            </a:pPr>
            <a:r>
              <a:rPr lang="pt-BR" dirty="0" smtClean="0">
                <a:solidFill>
                  <a:schemeClr val="tx1"/>
                </a:solidFill>
              </a:rPr>
              <a:t>“</a:t>
            </a:r>
            <a:r>
              <a:rPr lang="pt-BR" dirty="0">
                <a:solidFill>
                  <a:schemeClr val="tx1"/>
                </a:solidFill>
              </a:rPr>
              <a:t>Porquanto aos que de antemão conheceu, também os predestinou para serem conformes à imagem de seu Filho, a fim de que ele seja o primogênito entre muitos </a:t>
            </a:r>
            <a:r>
              <a:rPr lang="pt-BR" dirty="0" smtClean="0">
                <a:solidFill>
                  <a:schemeClr val="tx1"/>
                </a:solidFill>
              </a:rPr>
              <a:t>irmãos” </a:t>
            </a:r>
            <a:endParaRPr lang="pt-BR" dirty="0">
              <a:solidFill>
                <a:schemeClr val="tx1"/>
              </a:solidFill>
            </a:endParaRPr>
          </a:p>
          <a:p>
            <a:r>
              <a:rPr lang="pt-BR" dirty="0" smtClean="0">
                <a:solidFill>
                  <a:schemeClr val="tx1"/>
                </a:solidFill>
              </a:rPr>
              <a:t>Romanos 8:29</a:t>
            </a:r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31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83568" y="1340768"/>
            <a:ext cx="7128792" cy="41044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4500" dirty="0"/>
              <a:t>A Sua </a:t>
            </a:r>
            <a:r>
              <a:rPr lang="pt-BR" sz="4500" dirty="0" smtClean="0"/>
              <a:t>imagem </a:t>
            </a:r>
            <a:r>
              <a:rPr lang="pt-BR" sz="4500" dirty="0"/>
              <a:t>Deus nos </a:t>
            </a:r>
            <a:r>
              <a:rPr lang="pt-BR" sz="4500" dirty="0" smtClean="0"/>
              <a:t>deu</a:t>
            </a:r>
          </a:p>
          <a:p>
            <a:pPr marL="0" indent="0">
              <a:buNone/>
            </a:pPr>
            <a:r>
              <a:rPr lang="pt-BR" sz="4500" dirty="0" smtClean="0"/>
              <a:t>Mas </a:t>
            </a:r>
            <a:r>
              <a:rPr lang="pt-BR" sz="4500" dirty="0"/>
              <a:t>quando o homem então </a:t>
            </a:r>
            <a:r>
              <a:rPr lang="pt-BR" sz="4500" dirty="0" smtClean="0"/>
              <a:t>pecou,</a:t>
            </a:r>
          </a:p>
          <a:p>
            <a:pPr marL="0" indent="0">
              <a:buNone/>
            </a:pPr>
            <a:r>
              <a:rPr lang="pt-BR" sz="4500" dirty="0" smtClean="0"/>
              <a:t>Da </a:t>
            </a:r>
            <a:r>
              <a:rPr lang="pt-BR" sz="4500" dirty="0"/>
              <a:t>morte agora ele é </a:t>
            </a:r>
            <a:r>
              <a:rPr lang="pt-BR" sz="4500" dirty="0" smtClean="0"/>
              <a:t>réu</a:t>
            </a:r>
          </a:p>
          <a:p>
            <a:pPr marL="0" indent="0">
              <a:buNone/>
            </a:pPr>
            <a:r>
              <a:rPr lang="pt-BR" sz="4500" dirty="0" smtClean="0"/>
              <a:t>Da </a:t>
            </a:r>
            <a:r>
              <a:rPr lang="pt-BR" sz="4500" dirty="0"/>
              <a:t>perfeição se afastou 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7487816" y="40002"/>
            <a:ext cx="165618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itchFamily="66" charset="0"/>
                <a:cs typeface="Arial" pitchFamily="34" charset="0"/>
              </a:rPr>
              <a:t>IBRECEM</a:t>
            </a:r>
            <a:endParaRPr lang="pt-BR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itchFamily="66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071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99592" y="224668"/>
            <a:ext cx="7941568" cy="637268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4300" b="1" i="1" dirty="0"/>
              <a:t>A Sua imagem Deus me </a:t>
            </a:r>
            <a:r>
              <a:rPr lang="pt-BR" sz="4300" b="1" i="1" dirty="0" smtClean="0"/>
              <a:t>deu</a:t>
            </a:r>
          </a:p>
          <a:p>
            <a:pPr marL="0" indent="0">
              <a:buNone/>
            </a:pPr>
            <a:r>
              <a:rPr lang="pt-BR" sz="4300" b="1" i="1" dirty="0" smtClean="0"/>
              <a:t>Pecando </a:t>
            </a:r>
            <a:r>
              <a:rPr lang="pt-BR" sz="4300" b="1" i="1" dirty="0"/>
              <a:t>condenado </a:t>
            </a:r>
            <a:r>
              <a:rPr lang="pt-BR" sz="4300" b="1" i="1" dirty="0" smtClean="0"/>
              <a:t>estou</a:t>
            </a:r>
          </a:p>
          <a:p>
            <a:pPr marL="0" indent="0">
              <a:buNone/>
            </a:pPr>
            <a:r>
              <a:rPr lang="pt-BR" sz="4300" b="1" i="1" dirty="0" smtClean="0"/>
              <a:t>Mas</a:t>
            </a:r>
            <a:r>
              <a:rPr lang="pt-BR" sz="4300" b="1" i="1" dirty="0"/>
              <a:t>, numa cruz Jesus </a:t>
            </a:r>
            <a:r>
              <a:rPr lang="pt-BR" sz="4300" b="1" i="1" dirty="0" smtClean="0"/>
              <a:t>morreu</a:t>
            </a:r>
          </a:p>
          <a:p>
            <a:pPr marL="0" indent="0">
              <a:buNone/>
            </a:pPr>
            <a:r>
              <a:rPr lang="pt-BR" sz="4300" b="1" i="1" dirty="0" smtClean="0"/>
              <a:t>Pela </a:t>
            </a:r>
            <a:r>
              <a:rPr lang="pt-BR" sz="4300" b="1" i="1" dirty="0"/>
              <a:t>fé </a:t>
            </a:r>
            <a:r>
              <a:rPr lang="pt-BR" sz="4300" b="1" i="1" dirty="0" err="1"/>
              <a:t>nEle</a:t>
            </a:r>
            <a:r>
              <a:rPr lang="pt-BR" sz="4300" b="1" i="1" dirty="0"/>
              <a:t> salvo sou</a:t>
            </a:r>
            <a:r>
              <a:rPr lang="pt-BR" sz="4300" b="1" i="1" dirty="0" smtClean="0"/>
              <a:t>.</a:t>
            </a:r>
          </a:p>
          <a:p>
            <a:pPr marL="0" indent="0">
              <a:buNone/>
            </a:pPr>
            <a:r>
              <a:rPr lang="pt-BR" sz="4300" b="1" i="1" dirty="0" smtClean="0"/>
              <a:t>Tudo </a:t>
            </a:r>
            <a:r>
              <a:rPr lang="pt-BR" sz="4300" b="1" i="1" dirty="0"/>
              <a:t>pra o bem vai </a:t>
            </a:r>
            <a:r>
              <a:rPr lang="pt-BR" sz="4300" b="1" i="1" dirty="0" smtClean="0"/>
              <a:t>cooperar</a:t>
            </a:r>
          </a:p>
          <a:p>
            <a:pPr marL="0" indent="0">
              <a:buNone/>
            </a:pPr>
            <a:r>
              <a:rPr lang="pt-BR" sz="4300" b="1" i="1" dirty="0" smtClean="0"/>
              <a:t>Um </a:t>
            </a:r>
            <a:r>
              <a:rPr lang="pt-BR" sz="4300" b="1" i="1" dirty="0"/>
              <a:t>novo alvo tenho aqui</a:t>
            </a:r>
            <a:r>
              <a:rPr lang="pt-BR" sz="4300" b="1" i="1" dirty="0" smtClean="0"/>
              <a:t>:</a:t>
            </a:r>
          </a:p>
          <a:p>
            <a:pPr marL="0" indent="0">
              <a:buNone/>
            </a:pPr>
            <a:r>
              <a:rPr lang="pt-BR" sz="4300" b="1" i="1" dirty="0" smtClean="0"/>
              <a:t>A </a:t>
            </a:r>
            <a:r>
              <a:rPr lang="pt-BR" sz="4300" b="1" i="1" dirty="0"/>
              <a:t>Sua imagem </a:t>
            </a:r>
            <a:r>
              <a:rPr lang="pt-BR" sz="4300" b="1" i="1" dirty="0" smtClean="0"/>
              <a:t>conformar</a:t>
            </a:r>
          </a:p>
          <a:p>
            <a:pPr marL="0" indent="0">
              <a:buNone/>
            </a:pPr>
            <a:r>
              <a:rPr lang="pt-BR" sz="4300" b="1" i="1" dirty="0" smtClean="0"/>
              <a:t>De </a:t>
            </a:r>
            <a:r>
              <a:rPr lang="pt-BR" sz="4300" b="1" i="1" dirty="0"/>
              <a:t>glória em glória até o fim</a:t>
            </a:r>
            <a:r>
              <a:rPr lang="pt-BR" sz="4300" b="1" i="1" dirty="0" smtClean="0"/>
              <a:t>.</a:t>
            </a:r>
            <a:endParaRPr lang="pt-BR" sz="43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7487816" y="40002"/>
            <a:ext cx="165618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itchFamily="66" charset="0"/>
                <a:cs typeface="Arial" pitchFamily="34" charset="0"/>
              </a:rPr>
              <a:t>IBRECEM</a:t>
            </a:r>
            <a:endParaRPr lang="pt-BR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itchFamily="66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068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83568" y="1268760"/>
            <a:ext cx="7056784" cy="3600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4500" dirty="0"/>
              <a:t>O amor de Deus eu </a:t>
            </a:r>
            <a:r>
              <a:rPr lang="pt-BR" sz="4500" dirty="0" smtClean="0"/>
              <a:t>desprezei</a:t>
            </a:r>
          </a:p>
          <a:p>
            <a:pPr marL="0" indent="0">
              <a:buNone/>
            </a:pPr>
            <a:r>
              <a:rPr lang="pt-BR" sz="4500" dirty="0" smtClean="0"/>
              <a:t>O </a:t>
            </a:r>
            <a:r>
              <a:rPr lang="pt-BR" sz="4500" dirty="0"/>
              <a:t>meu pecado eu </a:t>
            </a:r>
            <a:r>
              <a:rPr lang="pt-BR" sz="4500" dirty="0" smtClean="0"/>
              <a:t>amei</a:t>
            </a:r>
          </a:p>
          <a:p>
            <a:pPr marL="0" indent="0">
              <a:buNone/>
            </a:pPr>
            <a:r>
              <a:rPr lang="pt-BR" sz="4500" dirty="0" smtClean="0"/>
              <a:t>E </a:t>
            </a:r>
            <a:r>
              <a:rPr lang="pt-BR" sz="4500" dirty="0"/>
              <a:t>condenado agora </a:t>
            </a:r>
            <a:r>
              <a:rPr lang="pt-BR" sz="4500" dirty="0" smtClean="0"/>
              <a:t>estou</a:t>
            </a:r>
          </a:p>
          <a:p>
            <a:pPr marL="0" indent="0">
              <a:buNone/>
            </a:pPr>
            <a:r>
              <a:rPr lang="pt-BR" sz="4500" dirty="0" smtClean="0"/>
              <a:t>Merecedor </a:t>
            </a:r>
            <a:r>
              <a:rPr lang="pt-BR" sz="4500" dirty="0"/>
              <a:t>do Teu furor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7487816" y="40002"/>
            <a:ext cx="165618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itchFamily="66" charset="0"/>
                <a:cs typeface="Arial" pitchFamily="34" charset="0"/>
              </a:rPr>
              <a:t>IBRECEM</a:t>
            </a:r>
            <a:endParaRPr lang="pt-BR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itchFamily="66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042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78904" y="260648"/>
            <a:ext cx="7941568" cy="61926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4300" b="1" i="1" dirty="0"/>
              <a:t>A Sua imagem Deus me </a:t>
            </a:r>
            <a:r>
              <a:rPr lang="pt-BR" sz="4300" b="1" i="1" dirty="0"/>
              <a:t>deu</a:t>
            </a:r>
          </a:p>
          <a:p>
            <a:pPr marL="0" indent="0">
              <a:buNone/>
            </a:pPr>
            <a:r>
              <a:rPr lang="pt-BR" sz="4300" b="1" i="1" dirty="0"/>
              <a:t>Pecando </a:t>
            </a:r>
            <a:r>
              <a:rPr lang="pt-BR" sz="4300" b="1" i="1" dirty="0"/>
              <a:t>condenado </a:t>
            </a:r>
            <a:r>
              <a:rPr lang="pt-BR" sz="4300" b="1" i="1" dirty="0"/>
              <a:t>estou</a:t>
            </a:r>
          </a:p>
          <a:p>
            <a:pPr marL="0" indent="0">
              <a:buNone/>
            </a:pPr>
            <a:r>
              <a:rPr lang="pt-BR" sz="4300" b="1" i="1" dirty="0"/>
              <a:t>Mas</a:t>
            </a:r>
            <a:r>
              <a:rPr lang="pt-BR" sz="4300" b="1" i="1" dirty="0"/>
              <a:t>, numa cruz Jesus </a:t>
            </a:r>
            <a:r>
              <a:rPr lang="pt-BR" sz="4300" b="1" i="1" dirty="0"/>
              <a:t>morreu</a:t>
            </a:r>
          </a:p>
          <a:p>
            <a:pPr marL="0" indent="0">
              <a:buNone/>
            </a:pPr>
            <a:r>
              <a:rPr lang="pt-BR" sz="4300" b="1" i="1" dirty="0"/>
              <a:t>Pela </a:t>
            </a:r>
            <a:r>
              <a:rPr lang="pt-BR" sz="4300" b="1" i="1" dirty="0"/>
              <a:t>fé </a:t>
            </a:r>
            <a:r>
              <a:rPr lang="pt-BR" sz="4300" b="1" i="1" dirty="0" err="1"/>
              <a:t>nEle</a:t>
            </a:r>
            <a:r>
              <a:rPr lang="pt-BR" sz="4300" b="1" i="1" dirty="0"/>
              <a:t> salvo sou</a:t>
            </a:r>
            <a:r>
              <a:rPr lang="pt-BR" sz="4300" b="1" i="1" dirty="0"/>
              <a:t>.</a:t>
            </a:r>
          </a:p>
          <a:p>
            <a:pPr marL="0" indent="0">
              <a:buNone/>
            </a:pPr>
            <a:r>
              <a:rPr lang="pt-BR" sz="4300" b="1" i="1" dirty="0"/>
              <a:t>Tudo </a:t>
            </a:r>
            <a:r>
              <a:rPr lang="pt-BR" sz="4300" b="1" i="1" dirty="0"/>
              <a:t>pra o bem vai </a:t>
            </a:r>
            <a:r>
              <a:rPr lang="pt-BR" sz="4300" b="1" i="1" dirty="0"/>
              <a:t>cooperar</a:t>
            </a:r>
          </a:p>
          <a:p>
            <a:pPr marL="0" indent="0">
              <a:buNone/>
            </a:pPr>
            <a:r>
              <a:rPr lang="pt-BR" sz="4300" b="1" i="1" dirty="0"/>
              <a:t>Um </a:t>
            </a:r>
            <a:r>
              <a:rPr lang="pt-BR" sz="4300" b="1" i="1" dirty="0"/>
              <a:t>novo alvo tenho aqui</a:t>
            </a:r>
            <a:r>
              <a:rPr lang="pt-BR" sz="4300" b="1" i="1" dirty="0"/>
              <a:t>:</a:t>
            </a:r>
          </a:p>
          <a:p>
            <a:pPr marL="0" indent="0">
              <a:buNone/>
            </a:pPr>
            <a:r>
              <a:rPr lang="pt-BR" sz="4300" b="1" i="1" dirty="0"/>
              <a:t>A </a:t>
            </a:r>
            <a:r>
              <a:rPr lang="pt-BR" sz="4300" b="1" i="1" dirty="0"/>
              <a:t>Sua imagem </a:t>
            </a:r>
            <a:r>
              <a:rPr lang="pt-BR" sz="4300" b="1" i="1" dirty="0"/>
              <a:t>conformar</a:t>
            </a:r>
          </a:p>
          <a:p>
            <a:pPr marL="0" indent="0">
              <a:buNone/>
            </a:pPr>
            <a:r>
              <a:rPr lang="pt-BR" sz="4300" b="1" i="1" dirty="0"/>
              <a:t>De </a:t>
            </a:r>
            <a:r>
              <a:rPr lang="pt-BR" sz="4300" b="1" i="1" dirty="0"/>
              <a:t>glória em glória até o fim</a:t>
            </a:r>
            <a:r>
              <a:rPr lang="pt-BR" sz="4300" b="1" i="1" dirty="0"/>
              <a:t>.</a:t>
            </a:r>
            <a:endParaRPr lang="pt-BR" sz="4300" b="1" i="1" dirty="0"/>
          </a:p>
        </p:txBody>
      </p:sp>
      <p:sp>
        <p:nvSpPr>
          <p:cNvPr id="4" name="CaixaDeTexto 3"/>
          <p:cNvSpPr txBox="1"/>
          <p:nvPr/>
        </p:nvSpPr>
        <p:spPr>
          <a:xfrm>
            <a:off x="7487816" y="40002"/>
            <a:ext cx="165618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itchFamily="66" charset="0"/>
                <a:cs typeface="Arial" pitchFamily="34" charset="0"/>
              </a:rPr>
              <a:t>IBRECEM</a:t>
            </a:r>
            <a:endParaRPr lang="pt-BR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itchFamily="66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865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755576" y="1340768"/>
            <a:ext cx="7272808" cy="3600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4500" dirty="0"/>
              <a:t>Mas, aqui veio o Filho </a:t>
            </a:r>
            <a:r>
              <a:rPr lang="pt-BR" sz="4500" dirty="0" smtClean="0"/>
              <a:t>Teu</a:t>
            </a:r>
          </a:p>
          <a:p>
            <a:pPr marL="0" indent="0">
              <a:buNone/>
            </a:pPr>
            <a:r>
              <a:rPr lang="pt-BR" sz="4500" dirty="0" smtClean="0"/>
              <a:t>E </a:t>
            </a:r>
            <a:r>
              <a:rPr lang="pt-BR" sz="4500" dirty="0"/>
              <a:t>como Homem </a:t>
            </a:r>
            <a:r>
              <a:rPr lang="pt-BR" sz="4500" dirty="0" smtClean="0"/>
              <a:t>encarnou</a:t>
            </a:r>
          </a:p>
          <a:p>
            <a:pPr marL="0" indent="0">
              <a:buNone/>
            </a:pPr>
            <a:r>
              <a:rPr lang="pt-BR" sz="4500" dirty="0" smtClean="0"/>
              <a:t>Nasceu</a:t>
            </a:r>
            <a:r>
              <a:rPr lang="pt-BR" sz="4500" dirty="0"/>
              <a:t>, viveu, por nós </a:t>
            </a:r>
            <a:r>
              <a:rPr lang="pt-BR" sz="4500" dirty="0" smtClean="0"/>
              <a:t>morreu</a:t>
            </a:r>
          </a:p>
          <a:p>
            <a:pPr marL="0" indent="0">
              <a:buNone/>
            </a:pPr>
            <a:r>
              <a:rPr lang="pt-BR" sz="4500" dirty="0" smtClean="0"/>
              <a:t>Pra </a:t>
            </a:r>
            <a:r>
              <a:rPr lang="pt-BR" sz="4500" dirty="0"/>
              <a:t>nos salvar ressuscitou.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7487816" y="40002"/>
            <a:ext cx="165618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itchFamily="66" charset="0"/>
                <a:cs typeface="Arial" pitchFamily="34" charset="0"/>
              </a:rPr>
              <a:t>IBRECEM</a:t>
            </a:r>
            <a:endParaRPr lang="pt-BR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itchFamily="66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38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78904" y="260648"/>
            <a:ext cx="7941568" cy="61926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4300" b="1" i="1" dirty="0"/>
              <a:t>A Sua imagem Deus me </a:t>
            </a:r>
            <a:r>
              <a:rPr lang="pt-BR" sz="4300" b="1" i="1" dirty="0"/>
              <a:t>deu</a:t>
            </a:r>
          </a:p>
          <a:p>
            <a:pPr marL="0" indent="0">
              <a:buNone/>
            </a:pPr>
            <a:r>
              <a:rPr lang="pt-BR" sz="4300" b="1" i="1" dirty="0"/>
              <a:t>Pecando </a:t>
            </a:r>
            <a:r>
              <a:rPr lang="pt-BR" sz="4300" b="1" i="1" dirty="0"/>
              <a:t>condenado </a:t>
            </a:r>
            <a:r>
              <a:rPr lang="pt-BR" sz="4300" b="1" i="1" dirty="0"/>
              <a:t>estou</a:t>
            </a:r>
          </a:p>
          <a:p>
            <a:pPr marL="0" indent="0">
              <a:buNone/>
            </a:pPr>
            <a:r>
              <a:rPr lang="pt-BR" sz="4300" b="1" i="1" dirty="0"/>
              <a:t>Mas</a:t>
            </a:r>
            <a:r>
              <a:rPr lang="pt-BR" sz="4300" b="1" i="1" dirty="0"/>
              <a:t>, numa cruz Jesus </a:t>
            </a:r>
            <a:r>
              <a:rPr lang="pt-BR" sz="4300" b="1" i="1" dirty="0"/>
              <a:t>morreu</a:t>
            </a:r>
          </a:p>
          <a:p>
            <a:pPr marL="0" indent="0">
              <a:buNone/>
            </a:pPr>
            <a:r>
              <a:rPr lang="pt-BR" sz="4300" b="1" i="1" dirty="0"/>
              <a:t>Pela </a:t>
            </a:r>
            <a:r>
              <a:rPr lang="pt-BR" sz="4300" b="1" i="1" dirty="0"/>
              <a:t>fé </a:t>
            </a:r>
            <a:r>
              <a:rPr lang="pt-BR" sz="4300" b="1" i="1" dirty="0" err="1"/>
              <a:t>nEle</a:t>
            </a:r>
            <a:r>
              <a:rPr lang="pt-BR" sz="4300" b="1" i="1" dirty="0"/>
              <a:t> salvo sou</a:t>
            </a:r>
            <a:r>
              <a:rPr lang="pt-BR" sz="4300" b="1" i="1" dirty="0"/>
              <a:t>.</a:t>
            </a:r>
          </a:p>
          <a:p>
            <a:pPr marL="0" indent="0">
              <a:buNone/>
            </a:pPr>
            <a:r>
              <a:rPr lang="pt-BR" sz="4300" b="1" i="1" dirty="0"/>
              <a:t>Tudo </a:t>
            </a:r>
            <a:r>
              <a:rPr lang="pt-BR" sz="4300" b="1" i="1" dirty="0"/>
              <a:t>pra o bem vai </a:t>
            </a:r>
            <a:r>
              <a:rPr lang="pt-BR" sz="4300" b="1" i="1" dirty="0"/>
              <a:t>cooperar</a:t>
            </a:r>
          </a:p>
          <a:p>
            <a:pPr marL="0" indent="0">
              <a:buNone/>
            </a:pPr>
            <a:r>
              <a:rPr lang="pt-BR" sz="4300" b="1" i="1" dirty="0"/>
              <a:t>Um </a:t>
            </a:r>
            <a:r>
              <a:rPr lang="pt-BR" sz="4300" b="1" i="1" dirty="0"/>
              <a:t>novo alvo tenho aqui</a:t>
            </a:r>
            <a:r>
              <a:rPr lang="pt-BR" sz="4300" b="1" i="1" dirty="0"/>
              <a:t>:</a:t>
            </a:r>
          </a:p>
          <a:p>
            <a:pPr marL="0" indent="0">
              <a:buNone/>
            </a:pPr>
            <a:r>
              <a:rPr lang="pt-BR" sz="4300" b="1" i="1" dirty="0"/>
              <a:t>A </a:t>
            </a:r>
            <a:r>
              <a:rPr lang="pt-BR" sz="4300" b="1" i="1" dirty="0"/>
              <a:t>Sua imagem </a:t>
            </a:r>
            <a:r>
              <a:rPr lang="pt-BR" sz="4300" b="1" i="1" dirty="0"/>
              <a:t>conformar</a:t>
            </a:r>
          </a:p>
          <a:p>
            <a:pPr marL="0" indent="0">
              <a:buNone/>
            </a:pPr>
            <a:r>
              <a:rPr lang="pt-BR" sz="4300" b="1" i="1" dirty="0"/>
              <a:t>De </a:t>
            </a:r>
            <a:r>
              <a:rPr lang="pt-BR" sz="4300" b="1" i="1" dirty="0"/>
              <a:t>glória em glória até o fim</a:t>
            </a:r>
            <a:r>
              <a:rPr lang="pt-BR" sz="4300" b="1" i="1" dirty="0"/>
              <a:t>.</a:t>
            </a:r>
            <a:endParaRPr lang="pt-BR" sz="4300" b="1" i="1" dirty="0"/>
          </a:p>
        </p:txBody>
      </p:sp>
      <p:sp>
        <p:nvSpPr>
          <p:cNvPr id="4" name="CaixaDeTexto 3"/>
          <p:cNvSpPr txBox="1"/>
          <p:nvPr/>
        </p:nvSpPr>
        <p:spPr>
          <a:xfrm>
            <a:off x="7487816" y="40002"/>
            <a:ext cx="165618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itchFamily="66" charset="0"/>
                <a:cs typeface="Arial" pitchFamily="34" charset="0"/>
              </a:rPr>
              <a:t>IBRECEM</a:t>
            </a:r>
            <a:endParaRPr lang="pt-BR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itchFamily="66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997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11560" y="1844824"/>
            <a:ext cx="7416824" cy="3600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4500" dirty="0"/>
              <a:t>E tendo crido em Cristo </a:t>
            </a:r>
            <a:r>
              <a:rPr lang="pt-BR" sz="4500" dirty="0" smtClean="0"/>
              <a:t>aqui</a:t>
            </a:r>
          </a:p>
          <a:p>
            <a:pPr marL="0" indent="0">
              <a:buNone/>
            </a:pPr>
            <a:r>
              <a:rPr lang="pt-BR" sz="4500" dirty="0" smtClean="0"/>
              <a:t>Agora </a:t>
            </a:r>
            <a:r>
              <a:rPr lang="pt-BR" sz="4500" dirty="0"/>
              <a:t>novo homem </a:t>
            </a:r>
            <a:r>
              <a:rPr lang="pt-BR" sz="4500" dirty="0" smtClean="0"/>
              <a:t>sou</a:t>
            </a:r>
          </a:p>
          <a:p>
            <a:pPr marL="0" indent="0">
              <a:buNone/>
            </a:pPr>
            <a:r>
              <a:rPr lang="pt-BR" sz="4500" dirty="0" smtClean="0"/>
              <a:t>De </a:t>
            </a:r>
            <a:r>
              <a:rPr lang="pt-BR" sz="4500" dirty="0"/>
              <a:t>glória em glória me </a:t>
            </a:r>
            <a:r>
              <a:rPr lang="pt-BR" sz="4500" dirty="0" smtClean="0"/>
              <a:t>refaz</a:t>
            </a:r>
          </a:p>
          <a:p>
            <a:pPr marL="0" indent="0">
              <a:buNone/>
            </a:pPr>
            <a:r>
              <a:rPr lang="pt-BR" sz="4500" dirty="0" smtClean="0"/>
              <a:t>Conforme </a:t>
            </a:r>
            <a:r>
              <a:rPr lang="pt-BR" sz="4500" dirty="0"/>
              <a:t>a imagem do Senhor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7487816" y="40002"/>
            <a:ext cx="165618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itchFamily="66" charset="0"/>
                <a:cs typeface="Arial" pitchFamily="34" charset="0"/>
              </a:rPr>
              <a:t>IBRECEM</a:t>
            </a:r>
            <a:endParaRPr lang="pt-BR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itchFamily="66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826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78904" y="260648"/>
            <a:ext cx="7941568" cy="61926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4300" b="1" i="1" dirty="0"/>
              <a:t>A Sua imagem Deus me </a:t>
            </a:r>
            <a:r>
              <a:rPr lang="pt-BR" sz="4300" b="1" i="1" dirty="0"/>
              <a:t>deu</a:t>
            </a:r>
          </a:p>
          <a:p>
            <a:pPr marL="0" indent="0">
              <a:buNone/>
            </a:pPr>
            <a:r>
              <a:rPr lang="pt-BR" sz="4300" b="1" i="1" dirty="0"/>
              <a:t>Pecando </a:t>
            </a:r>
            <a:r>
              <a:rPr lang="pt-BR" sz="4300" b="1" i="1" dirty="0"/>
              <a:t>condenado </a:t>
            </a:r>
            <a:r>
              <a:rPr lang="pt-BR" sz="4300" b="1" i="1" dirty="0"/>
              <a:t>estou</a:t>
            </a:r>
          </a:p>
          <a:p>
            <a:pPr marL="0" indent="0">
              <a:buNone/>
            </a:pPr>
            <a:r>
              <a:rPr lang="pt-BR" sz="4300" b="1" i="1" dirty="0"/>
              <a:t>Mas</a:t>
            </a:r>
            <a:r>
              <a:rPr lang="pt-BR" sz="4300" b="1" i="1" dirty="0"/>
              <a:t>, numa cruz Jesus </a:t>
            </a:r>
            <a:r>
              <a:rPr lang="pt-BR" sz="4300" b="1" i="1" dirty="0"/>
              <a:t>morreu</a:t>
            </a:r>
          </a:p>
          <a:p>
            <a:pPr marL="0" indent="0">
              <a:buNone/>
            </a:pPr>
            <a:r>
              <a:rPr lang="pt-BR" sz="4300" b="1" i="1" dirty="0"/>
              <a:t>Pela </a:t>
            </a:r>
            <a:r>
              <a:rPr lang="pt-BR" sz="4300" b="1" i="1" dirty="0"/>
              <a:t>fé </a:t>
            </a:r>
            <a:r>
              <a:rPr lang="pt-BR" sz="4300" b="1" i="1" dirty="0" err="1"/>
              <a:t>nEle</a:t>
            </a:r>
            <a:r>
              <a:rPr lang="pt-BR" sz="4300" b="1" i="1" dirty="0"/>
              <a:t> salvo sou</a:t>
            </a:r>
            <a:r>
              <a:rPr lang="pt-BR" sz="4300" b="1" i="1" dirty="0"/>
              <a:t>.</a:t>
            </a:r>
          </a:p>
          <a:p>
            <a:pPr marL="0" indent="0">
              <a:buNone/>
            </a:pPr>
            <a:r>
              <a:rPr lang="pt-BR" sz="4300" b="1" i="1" dirty="0"/>
              <a:t>Tudo </a:t>
            </a:r>
            <a:r>
              <a:rPr lang="pt-BR" sz="4300" b="1" i="1" dirty="0"/>
              <a:t>pra o bem vai </a:t>
            </a:r>
            <a:r>
              <a:rPr lang="pt-BR" sz="4300" b="1" i="1" dirty="0"/>
              <a:t>cooperar</a:t>
            </a:r>
          </a:p>
          <a:p>
            <a:pPr marL="0" indent="0">
              <a:buNone/>
            </a:pPr>
            <a:r>
              <a:rPr lang="pt-BR" sz="4300" b="1" i="1" dirty="0"/>
              <a:t>Um </a:t>
            </a:r>
            <a:r>
              <a:rPr lang="pt-BR" sz="4300" b="1" i="1" dirty="0"/>
              <a:t>novo alvo tenho aqui</a:t>
            </a:r>
            <a:r>
              <a:rPr lang="pt-BR" sz="4300" b="1" i="1" dirty="0"/>
              <a:t>:</a:t>
            </a:r>
          </a:p>
          <a:p>
            <a:pPr marL="0" indent="0">
              <a:buNone/>
            </a:pPr>
            <a:r>
              <a:rPr lang="pt-BR" sz="4300" b="1" i="1" dirty="0"/>
              <a:t>A </a:t>
            </a:r>
            <a:r>
              <a:rPr lang="pt-BR" sz="4300" b="1" i="1" dirty="0"/>
              <a:t>Sua imagem </a:t>
            </a:r>
            <a:r>
              <a:rPr lang="pt-BR" sz="4300" b="1" i="1" dirty="0"/>
              <a:t>conformar</a:t>
            </a:r>
          </a:p>
          <a:p>
            <a:pPr marL="0" indent="0">
              <a:buNone/>
            </a:pPr>
            <a:r>
              <a:rPr lang="pt-BR" sz="4300" b="1" i="1" dirty="0"/>
              <a:t>De </a:t>
            </a:r>
            <a:r>
              <a:rPr lang="pt-BR" sz="4300" b="1" i="1" dirty="0"/>
              <a:t>glória em glória até o fim</a:t>
            </a:r>
            <a:r>
              <a:rPr lang="pt-BR" sz="4300" b="1" i="1" dirty="0"/>
              <a:t>.</a:t>
            </a:r>
            <a:endParaRPr lang="pt-BR" sz="4300" b="1" i="1" dirty="0"/>
          </a:p>
        </p:txBody>
      </p:sp>
      <p:sp>
        <p:nvSpPr>
          <p:cNvPr id="4" name="CaixaDeTexto 3"/>
          <p:cNvSpPr txBox="1"/>
          <p:nvPr/>
        </p:nvSpPr>
        <p:spPr>
          <a:xfrm>
            <a:off x="7487816" y="40002"/>
            <a:ext cx="165618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Comic Sans MS" pitchFamily="66" charset="0"/>
                <a:cs typeface="Arial" pitchFamily="34" charset="0"/>
              </a:rPr>
              <a:t>IBRECEM</a:t>
            </a:r>
            <a:endParaRPr lang="pt-BR" b="1" dirty="0">
              <a:solidFill>
                <a:schemeClr val="tx2">
                  <a:lumMod val="60000"/>
                  <a:lumOff val="40000"/>
                </a:schemeClr>
              </a:solidFill>
              <a:latin typeface="Comic Sans MS" pitchFamily="66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542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1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75</TotalTime>
  <Words>312</Words>
  <Application>Microsoft Office PowerPoint</Application>
  <PresentationFormat>Apresentação na tela (4:3)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Comic Sans MS</vt:lpstr>
      <vt:lpstr>Tema1</vt:lpstr>
      <vt:lpstr>A Sua imagem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Asas qual águias</dc:title>
  <dc:creator>IBRECEM</dc:creator>
  <cp:lastModifiedBy>Adamo</cp:lastModifiedBy>
  <cp:revision>15</cp:revision>
  <dcterms:created xsi:type="dcterms:W3CDTF">2014-02-22T20:08:17Z</dcterms:created>
  <dcterms:modified xsi:type="dcterms:W3CDTF">2017-05-27T11:20:12Z</dcterms:modified>
</cp:coreProperties>
</file>