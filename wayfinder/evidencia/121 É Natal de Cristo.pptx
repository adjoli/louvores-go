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qhmS8DITJOnO8bll/d3lPJdTr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pt-BR" sz="3200">
                <a:solidFill>
                  <a:schemeClr val="lt1"/>
                </a:solidFill>
              </a:rPr>
              <a:t>Hino VM nº 121</a:t>
            </a:r>
            <a:endParaRPr/>
          </a:p>
        </p:txBody>
      </p:sp>
      <p:sp>
        <p:nvSpPr>
          <p:cNvPr id="85" name="Google Shape;85;p1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haroni"/>
              <a:buNone/>
            </a:pPr>
            <a:r>
              <a:rPr b="1" lang="pt-BR" sz="5400">
                <a:solidFill>
                  <a:schemeClr val="lt1"/>
                </a:solidFill>
                <a:latin typeface="Aharoni"/>
                <a:ea typeface="Aharoni"/>
                <a:cs typeface="Aharoni"/>
                <a:sym typeface="Aharoni"/>
              </a:rPr>
              <a:t>É NATAL DE CRISTO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idx="1" type="body"/>
          </p:nvPr>
        </p:nvSpPr>
        <p:spPr>
          <a:xfrm>
            <a:off x="628649" y="1825625"/>
            <a:ext cx="836957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1. É Natal! É Natal de Cristo!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Venha ouvir, venha ouvir a história: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Deus mandou-nos Seu Filho ao mundo,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Porque muito Ele nos amou!</a:t>
            </a:r>
            <a:endParaRPr/>
          </a:p>
        </p:txBody>
      </p:sp>
      <p:sp>
        <p:nvSpPr>
          <p:cNvPr id="91" name="Google Shape;91;p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haroni"/>
              <a:buNone/>
            </a:pPr>
            <a:r>
              <a:rPr b="1" lang="pt-BR" sz="4800">
                <a:solidFill>
                  <a:schemeClr val="lt1"/>
                </a:solidFill>
                <a:latin typeface="Aharoni"/>
                <a:ea typeface="Aharoni"/>
                <a:cs typeface="Aharoni"/>
                <a:sym typeface="Aharoni"/>
              </a:rPr>
              <a:t>É NATAL DE CRISTO</a:t>
            </a:r>
            <a:br>
              <a:rPr b="1" lang="pt-BR" sz="4800">
                <a:solidFill>
                  <a:schemeClr val="lt1"/>
                </a:solidFill>
                <a:latin typeface="Aharoni"/>
                <a:ea typeface="Aharoni"/>
                <a:cs typeface="Aharoni"/>
                <a:sym typeface="Aharoni"/>
              </a:rPr>
            </a:br>
            <a:r>
              <a:rPr lang="pt-BR" sz="1600">
                <a:solidFill>
                  <a:schemeClr val="lt1"/>
                </a:solidFill>
              </a:rPr>
              <a:t>Hino VM nº 121</a:t>
            </a:r>
            <a:endParaRPr b="1" sz="4800">
              <a:solidFill>
                <a:schemeClr val="lt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idx="1" type="body"/>
          </p:nvPr>
        </p:nvSpPr>
        <p:spPr>
          <a:xfrm>
            <a:off x="628649" y="1825625"/>
            <a:ext cx="8369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Sim, Jesus, Rei dos reis, eterno,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Fez-se homem, nasceu em Belém,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Pra nos dar Seu perdão e vida,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Porque muito Ele nos quer bem!</a:t>
            </a:r>
            <a:endParaRPr/>
          </a:p>
        </p:txBody>
      </p:sp>
      <p:sp>
        <p:nvSpPr>
          <p:cNvPr id="97" name="Google Shape;97;p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haroni"/>
              <a:buNone/>
            </a:pPr>
            <a:r>
              <a:rPr b="1" lang="pt-BR" sz="4800">
                <a:solidFill>
                  <a:schemeClr val="lt1"/>
                </a:solidFill>
                <a:latin typeface="Aharoni"/>
                <a:ea typeface="Aharoni"/>
                <a:cs typeface="Aharoni"/>
                <a:sym typeface="Aharoni"/>
              </a:rPr>
              <a:t>É NATAL DE CRISTO</a:t>
            </a:r>
            <a:br>
              <a:rPr b="1" lang="pt-BR" sz="4800">
                <a:solidFill>
                  <a:schemeClr val="lt1"/>
                </a:solidFill>
                <a:latin typeface="Aharoni"/>
                <a:ea typeface="Aharoni"/>
                <a:cs typeface="Aharoni"/>
                <a:sym typeface="Aharoni"/>
              </a:rPr>
            </a:br>
            <a:r>
              <a:rPr lang="pt-BR" sz="1600">
                <a:solidFill>
                  <a:schemeClr val="lt1"/>
                </a:solidFill>
              </a:rPr>
              <a:t>Hino VM nº 121</a:t>
            </a:r>
            <a:endParaRPr b="1" sz="4800">
              <a:solidFill>
                <a:schemeClr val="lt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628649" y="1825625"/>
            <a:ext cx="836957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2. Se você vai no mundo andando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Sem saber como Deus o ama,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Ouça bem esta linda história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Que cantando eu lhe vou contar:</a:t>
            </a:r>
            <a:endParaRPr/>
          </a:p>
        </p:txBody>
      </p:sp>
      <p:sp>
        <p:nvSpPr>
          <p:cNvPr id="103" name="Google Shape;103;p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haroni"/>
              <a:buNone/>
            </a:pPr>
            <a:r>
              <a:rPr b="1" lang="pt-BR" sz="4800">
                <a:solidFill>
                  <a:schemeClr val="lt1"/>
                </a:solidFill>
                <a:latin typeface="Aharoni"/>
                <a:ea typeface="Aharoni"/>
                <a:cs typeface="Aharoni"/>
                <a:sym typeface="Aharoni"/>
              </a:rPr>
              <a:t>É NATAL DE CRISTO</a:t>
            </a:r>
            <a:br>
              <a:rPr b="1" lang="pt-BR" sz="4800">
                <a:solidFill>
                  <a:schemeClr val="lt1"/>
                </a:solidFill>
                <a:latin typeface="Aharoni"/>
                <a:ea typeface="Aharoni"/>
                <a:cs typeface="Aharoni"/>
                <a:sym typeface="Aharoni"/>
              </a:rPr>
            </a:br>
            <a:r>
              <a:rPr lang="pt-BR" sz="1600">
                <a:solidFill>
                  <a:schemeClr val="lt1"/>
                </a:solidFill>
              </a:rPr>
              <a:t>Hino VM nº 121</a:t>
            </a:r>
            <a:endParaRPr b="1" sz="4800">
              <a:solidFill>
                <a:schemeClr val="lt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628649" y="1825625"/>
            <a:ext cx="836957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É Natal! É Natal de Cristo!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Ele quis entre os homens nascer,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Pra morrer numa cruz um dia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E salvar, perdoar você.</a:t>
            </a:r>
            <a:endParaRPr/>
          </a:p>
        </p:txBody>
      </p:sp>
      <p:sp>
        <p:nvSpPr>
          <p:cNvPr id="109" name="Google Shape;109;p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haroni"/>
              <a:buNone/>
            </a:pPr>
            <a:r>
              <a:rPr b="1" lang="pt-BR" sz="4800">
                <a:solidFill>
                  <a:schemeClr val="lt1"/>
                </a:solidFill>
                <a:latin typeface="Aharoni"/>
                <a:ea typeface="Aharoni"/>
                <a:cs typeface="Aharoni"/>
                <a:sym typeface="Aharoni"/>
              </a:rPr>
              <a:t>É NATAL DE CRISTO</a:t>
            </a:r>
            <a:br>
              <a:rPr b="1" lang="pt-BR" sz="4800">
                <a:solidFill>
                  <a:schemeClr val="lt1"/>
                </a:solidFill>
                <a:latin typeface="Aharoni"/>
                <a:ea typeface="Aharoni"/>
                <a:cs typeface="Aharoni"/>
                <a:sym typeface="Aharoni"/>
              </a:rPr>
            </a:br>
            <a:r>
              <a:rPr lang="pt-BR" sz="1600">
                <a:solidFill>
                  <a:schemeClr val="lt1"/>
                </a:solidFill>
              </a:rPr>
              <a:t>Hino VM nº 121</a:t>
            </a:r>
            <a:endParaRPr b="1" sz="4800">
              <a:solidFill>
                <a:schemeClr val="lt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628649" y="1825625"/>
            <a:ext cx="836957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3. Você crê nesse amor divino?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Você crê nessa linda história?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Se você hoje crer em Cristo,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Vida eterna vai receber!</a:t>
            </a:r>
            <a:endParaRPr/>
          </a:p>
        </p:txBody>
      </p:sp>
      <p:sp>
        <p:nvSpPr>
          <p:cNvPr id="115" name="Google Shape;115;p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haroni"/>
              <a:buNone/>
            </a:pPr>
            <a:r>
              <a:rPr b="1" lang="pt-BR" sz="4800">
                <a:solidFill>
                  <a:schemeClr val="lt1"/>
                </a:solidFill>
                <a:latin typeface="Aharoni"/>
                <a:ea typeface="Aharoni"/>
                <a:cs typeface="Aharoni"/>
                <a:sym typeface="Aharoni"/>
              </a:rPr>
              <a:t>É NATAL DE CRISTO</a:t>
            </a:r>
            <a:br>
              <a:rPr b="1" lang="pt-BR" sz="4800">
                <a:solidFill>
                  <a:schemeClr val="lt1"/>
                </a:solidFill>
                <a:latin typeface="Aharoni"/>
                <a:ea typeface="Aharoni"/>
                <a:cs typeface="Aharoni"/>
                <a:sym typeface="Aharoni"/>
              </a:rPr>
            </a:br>
            <a:r>
              <a:rPr lang="pt-BR" sz="1600">
                <a:solidFill>
                  <a:schemeClr val="lt1"/>
                </a:solidFill>
              </a:rPr>
              <a:t>Hino VM nº 121</a:t>
            </a:r>
            <a:endParaRPr b="1" sz="4800">
              <a:solidFill>
                <a:schemeClr val="lt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628649" y="1825625"/>
            <a:ext cx="836957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Deus deixou-nos um Livro escrito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Que nos conta essa história de amor!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É Natal! É Natal de Cristo!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pt-BR" sz="4000">
                <a:solidFill>
                  <a:schemeClr val="lt1"/>
                </a:solidFill>
              </a:rPr>
              <a:t>Adoremos o Salvador!</a:t>
            </a:r>
            <a:endParaRPr/>
          </a:p>
        </p:txBody>
      </p:sp>
      <p:sp>
        <p:nvSpPr>
          <p:cNvPr id="121" name="Google Shape;121;p7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haroni"/>
              <a:buNone/>
            </a:pPr>
            <a:r>
              <a:rPr b="1" lang="pt-BR" sz="4800">
                <a:solidFill>
                  <a:schemeClr val="lt1"/>
                </a:solidFill>
                <a:latin typeface="Aharoni"/>
                <a:ea typeface="Aharoni"/>
                <a:cs typeface="Aharoni"/>
                <a:sym typeface="Aharoni"/>
              </a:rPr>
              <a:t>É NATAL DE CRISTO</a:t>
            </a:r>
            <a:br>
              <a:rPr b="1" lang="pt-BR" sz="4800">
                <a:solidFill>
                  <a:schemeClr val="lt1"/>
                </a:solidFill>
                <a:latin typeface="Aharoni"/>
                <a:ea typeface="Aharoni"/>
                <a:cs typeface="Aharoni"/>
                <a:sym typeface="Aharoni"/>
              </a:rPr>
            </a:br>
            <a:r>
              <a:rPr lang="pt-BR" sz="1600">
                <a:solidFill>
                  <a:schemeClr val="lt1"/>
                </a:solidFill>
              </a:rPr>
              <a:t>Hino VM nº 121</a:t>
            </a:r>
            <a:endParaRPr b="1" sz="4800">
              <a:solidFill>
                <a:schemeClr val="lt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2020-03-29T19:59:47Z</dcterms:created>
  <dc:creator>Igor e Larissa</dc:creator>
</cp:coreProperties>
</file>