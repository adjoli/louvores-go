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Overlock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BLXag8xS6RaAqrsbfT8PC3141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verlock-regular.fntdata"/><Relationship Id="rId10" Type="http://schemas.openxmlformats.org/officeDocument/2006/relationships/slide" Target="slides/slide5.xml"/><Relationship Id="rId13" Type="http://schemas.openxmlformats.org/officeDocument/2006/relationships/font" Target="fonts/Overlock-italic.fntdata"/><Relationship Id="rId12" Type="http://schemas.openxmlformats.org/officeDocument/2006/relationships/font" Target="fonts/Overlo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verlo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468313" y="549275"/>
            <a:ext cx="417195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792663" y="549275"/>
            <a:ext cx="417195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1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Rounded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Rounded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 rot="5400000">
            <a:off x="1764507" y="-746918"/>
            <a:ext cx="5903913" cy="8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 rot="5400000">
            <a:off x="4763294" y="2145507"/>
            <a:ext cx="6465888" cy="2149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 rot="5400000">
            <a:off x="385763" y="69851"/>
            <a:ext cx="6465888" cy="63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2.jpg"/><Relationship Id="rId2" Type="http://schemas.openxmlformats.org/officeDocument/2006/relationships/hyperlink" Target="about:blank" TargetMode="External"/><Relationship Id="rId3" Type="http://schemas.openxmlformats.org/officeDocument/2006/relationships/hyperlink" Target="http://../abertura.pps" TargetMode="External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8734425" y="3573463"/>
            <a:ext cx="409575" cy="3284537"/>
          </a:xfrm>
          <a:prstGeom prst="rect">
            <a:avLst/>
          </a:prstGeom>
          <a:gradFill>
            <a:gsLst>
              <a:gs pos="0">
                <a:srgbClr val="3399FF"/>
              </a:gs>
              <a:gs pos="100000">
                <a:srgbClr val="004B9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6"/>
          <p:cNvSpPr/>
          <p:nvPr/>
        </p:nvSpPr>
        <p:spPr>
          <a:xfrm rot="5400000">
            <a:off x="5264944" y="2978944"/>
            <a:ext cx="6858000" cy="900112"/>
          </a:xfrm>
          <a:prstGeom prst="wave">
            <a:avLst>
              <a:gd fmla="val 20644" name="adj1"/>
              <a:gd fmla="val 0" name="adj2"/>
            </a:avLst>
          </a:prstGeom>
          <a:gradFill>
            <a:gsLst>
              <a:gs pos="0">
                <a:srgbClr val="004B96"/>
              </a:gs>
              <a:gs pos="50000">
                <a:srgbClr val="3399FF"/>
              </a:gs>
              <a:gs pos="100000">
                <a:srgbClr val="004B9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6"/>
          <p:cNvSpPr/>
          <p:nvPr/>
        </p:nvSpPr>
        <p:spPr>
          <a:xfrm>
            <a:off x="8734425" y="0"/>
            <a:ext cx="409575" cy="3573463"/>
          </a:xfrm>
          <a:prstGeom prst="rect">
            <a:avLst/>
          </a:prstGeom>
          <a:gradFill>
            <a:gsLst>
              <a:gs pos="0">
                <a:srgbClr val="004B96"/>
              </a:gs>
              <a:gs pos="100000">
                <a:srgbClr val="3399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6"/>
          <p:cNvSpPr/>
          <p:nvPr/>
        </p:nvSpPr>
        <p:spPr>
          <a:xfrm>
            <a:off x="0" y="0"/>
            <a:ext cx="900113" cy="6858000"/>
          </a:xfrm>
          <a:prstGeom prst="rect">
            <a:avLst/>
          </a:prstGeom>
          <a:gradFill>
            <a:gsLst>
              <a:gs pos="0">
                <a:srgbClr val="3399FF"/>
              </a:gs>
              <a:gs pos="100000">
                <a:srgbClr val="004B9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6"/>
          <p:cNvSpPr/>
          <p:nvPr/>
        </p:nvSpPr>
        <p:spPr>
          <a:xfrm>
            <a:off x="0" y="-3175"/>
            <a:ext cx="9144000" cy="376238"/>
          </a:xfrm>
          <a:prstGeom prst="rect">
            <a:avLst/>
          </a:prstGeom>
          <a:gradFill>
            <a:gsLst>
              <a:gs pos="0">
                <a:srgbClr val="4BB6FF"/>
              </a:gs>
              <a:gs pos="100000">
                <a:srgbClr val="0064A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"/>
          <p:cNvSpPr/>
          <p:nvPr/>
        </p:nvSpPr>
        <p:spPr>
          <a:xfrm>
            <a:off x="0" y="373063"/>
            <a:ext cx="9144000" cy="17462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FF9900"/>
              </a:gs>
              <a:gs pos="100000">
                <a:srgbClr val="FFFF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•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»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/>
        </p:txBody>
      </p:sp>
      <p:sp>
        <p:nvSpPr>
          <p:cNvPr id="14" name="Google Shape;14;p6"/>
          <p:cNvSpPr/>
          <p:nvPr/>
        </p:nvSpPr>
        <p:spPr>
          <a:xfrm>
            <a:off x="0" y="6580188"/>
            <a:ext cx="9144000" cy="304800"/>
          </a:xfrm>
          <a:prstGeom prst="rect">
            <a:avLst/>
          </a:prstGeom>
          <a:gradFill>
            <a:gsLst>
              <a:gs pos="0">
                <a:srgbClr val="0070E0"/>
              </a:gs>
              <a:gs pos="100000">
                <a:srgbClr val="333399">
                  <a:alpha val="4549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>
            <a:hlinkClick action="ppaction://hlinkshowjump?jump=nextslide"/>
          </p:cNvPr>
          <p:cNvSpPr/>
          <p:nvPr/>
        </p:nvSpPr>
        <p:spPr>
          <a:xfrm>
            <a:off x="8516938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darken" h="120000" w="12000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none" h="120000" w="12000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">
            <a:hlinkClick action="ppaction://hlinkshowjump?jump=previousslide"/>
          </p:cNvPr>
          <p:cNvSpPr/>
          <p:nvPr/>
        </p:nvSpPr>
        <p:spPr>
          <a:xfrm>
            <a:off x="8329613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darken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6">
            <a:hlinkClick action="ppaction://hlinkshowjump?jump=firstslide"/>
          </p:cNvPr>
          <p:cNvSpPr/>
          <p:nvPr/>
        </p:nvSpPr>
        <p:spPr>
          <a:xfrm>
            <a:off x="8140700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15000" y="15000"/>
                </a:lnTo>
                <a:lnTo>
                  <a:pt x="15000" y="105000"/>
                </a:lnTo>
                <a:lnTo>
                  <a:pt x="26250" y="105000"/>
                </a:lnTo>
                <a:close/>
              </a:path>
              <a:path extrusionOk="0" fill="darken" h="120000" w="120000"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15000" y="15000"/>
                </a:lnTo>
                <a:lnTo>
                  <a:pt x="15000" y="105000"/>
                </a:lnTo>
                <a:lnTo>
                  <a:pt x="26250" y="105000"/>
                </a:lnTo>
                <a:close/>
              </a:path>
              <a:path extrusionOk="0" fill="none" h="120000" w="120000"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26250" y="105000"/>
                </a:ln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FCFC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">
            <a:hlinkClick action="ppaction://hlinkshowjump?jump=lastslide"/>
          </p:cNvPr>
          <p:cNvSpPr/>
          <p:nvPr/>
        </p:nvSpPr>
        <p:spPr>
          <a:xfrm>
            <a:off x="8704263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825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darken" h="120000" w="120000">
                <a:moveTo>
                  <a:pt x="825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none" h="120000" w="120000">
                <a:moveTo>
                  <a:pt x="825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ACAC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">
            <a:hlinkClick r:id="rId2"/>
          </p:cNvPr>
          <p:cNvSpPr/>
          <p:nvPr/>
        </p:nvSpPr>
        <p:spPr>
          <a:xfrm>
            <a:off x="7951788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15000" y="60000"/>
                </a:lnTo>
                <a:lnTo>
                  <a:pt x="26250" y="60000"/>
                </a:lnTo>
                <a:lnTo>
                  <a:pt x="26250" y="105000"/>
                </a:lnTo>
                <a:lnTo>
                  <a:pt x="93750" y="105000"/>
                </a:lnTo>
                <a:lnTo>
                  <a:pt x="93750" y="60000"/>
                </a:lnTo>
                <a:lnTo>
                  <a:pt x="105000" y="60000"/>
                </a:lnTo>
                <a:lnTo>
                  <a:pt x="88125" y="43125"/>
                </a:lnTo>
                <a:lnTo>
                  <a:pt x="88125" y="20625"/>
                </a:lnTo>
                <a:lnTo>
                  <a:pt x="76875" y="20625"/>
                </a:lnTo>
                <a:lnTo>
                  <a:pt x="76875" y="31875"/>
                </a:lnTo>
                <a:close/>
              </a:path>
              <a:path extrusionOk="0" fill="darkenLess" h="120000" w="120000">
                <a:moveTo>
                  <a:pt x="88125" y="43125"/>
                </a:moveTo>
                <a:lnTo>
                  <a:pt x="88125" y="20625"/>
                </a:lnTo>
                <a:lnTo>
                  <a:pt x="76875" y="20625"/>
                </a:lnTo>
                <a:lnTo>
                  <a:pt x="76875" y="31875"/>
                </a:lnTo>
                <a:close/>
                <a:moveTo>
                  <a:pt x="26250" y="60000"/>
                </a:moveTo>
                <a:lnTo>
                  <a:pt x="26250" y="105000"/>
                </a:lnTo>
                <a:lnTo>
                  <a:pt x="54375" y="105000"/>
                </a:lnTo>
                <a:lnTo>
                  <a:pt x="54375" y="82500"/>
                </a:lnTo>
                <a:lnTo>
                  <a:pt x="65625" y="82500"/>
                </a:lnTo>
                <a:lnTo>
                  <a:pt x="65625" y="105000"/>
                </a:lnTo>
                <a:lnTo>
                  <a:pt x="93750" y="105000"/>
                </a:lnTo>
                <a:lnTo>
                  <a:pt x="9375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15000" y="60000"/>
                </a:lnTo>
                <a:lnTo>
                  <a:pt x="105000" y="60000"/>
                </a:lnTo>
                <a:close/>
                <a:moveTo>
                  <a:pt x="54375" y="82500"/>
                </a:moveTo>
                <a:lnTo>
                  <a:pt x="65625" y="82500"/>
                </a:lnTo>
                <a:lnTo>
                  <a:pt x="65625" y="105000"/>
                </a:lnTo>
                <a:lnTo>
                  <a:pt x="54375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6875" y="31875"/>
                </a:lnTo>
                <a:lnTo>
                  <a:pt x="76875" y="20625"/>
                </a:lnTo>
                <a:lnTo>
                  <a:pt x="88125" y="20625"/>
                </a:lnTo>
                <a:lnTo>
                  <a:pt x="88125" y="43125"/>
                </a:lnTo>
                <a:lnTo>
                  <a:pt x="105000" y="60000"/>
                </a:lnTo>
                <a:lnTo>
                  <a:pt x="93750" y="60000"/>
                </a:lnTo>
                <a:lnTo>
                  <a:pt x="93750" y="105000"/>
                </a:lnTo>
                <a:lnTo>
                  <a:pt x="26250" y="105000"/>
                </a:lnTo>
                <a:lnTo>
                  <a:pt x="26250" y="60000"/>
                </a:lnTo>
                <a:lnTo>
                  <a:pt x="15000" y="60000"/>
                </a:lnTo>
                <a:close/>
                <a:moveTo>
                  <a:pt x="76875" y="31875"/>
                </a:moveTo>
                <a:lnTo>
                  <a:pt x="88125" y="43125"/>
                </a:lnTo>
                <a:moveTo>
                  <a:pt x="93750" y="60000"/>
                </a:moveTo>
                <a:lnTo>
                  <a:pt x="26250" y="60000"/>
                </a:lnTo>
                <a:moveTo>
                  <a:pt x="54375" y="105000"/>
                </a:moveTo>
                <a:lnTo>
                  <a:pt x="54375" y="82500"/>
                </a:lnTo>
                <a:lnTo>
                  <a:pt x="65625" y="82500"/>
                </a:lnTo>
                <a:lnTo>
                  <a:pt x="65625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00CC00"/>
              </a:gs>
              <a:gs pos="100000">
                <a:srgbClr val="0099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">
            <a:hlinkClick r:id="rId3"/>
          </p:cNvPr>
          <p:cNvSpPr/>
          <p:nvPr/>
        </p:nvSpPr>
        <p:spPr>
          <a:xfrm>
            <a:off x="7769225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37500"/>
                </a:moveTo>
                <a:lnTo>
                  <a:pt x="82500" y="15000"/>
                </a:lnTo>
                <a:lnTo>
                  <a:pt x="60000" y="37500"/>
                </a:lnTo>
                <a:lnTo>
                  <a:pt x="71250" y="37500"/>
                </a:lnTo>
                <a:lnTo>
                  <a:pt x="71250" y="71250"/>
                </a:lnTo>
                <a:cubicBezTo>
                  <a:pt x="71250" y="77463"/>
                  <a:pt x="66213" y="82500"/>
                  <a:pt x="60000" y="82500"/>
                </a:cubicBezTo>
                <a:lnTo>
                  <a:pt x="48750" y="82500"/>
                </a:lnTo>
                <a:cubicBezTo>
                  <a:pt x="42537" y="82500"/>
                  <a:pt x="37500" y="77463"/>
                  <a:pt x="37500" y="71250"/>
                </a:cubicBezTo>
                <a:lnTo>
                  <a:pt x="37500" y="37500"/>
                </a:lnTo>
                <a:lnTo>
                  <a:pt x="15000" y="37500"/>
                </a:lnTo>
                <a:lnTo>
                  <a:pt x="15000" y="71250"/>
                </a:lnTo>
                <a:cubicBezTo>
                  <a:pt x="15000" y="89890"/>
                  <a:pt x="30111" y="105000"/>
                  <a:pt x="48750" y="105000"/>
                </a:cubicBezTo>
                <a:lnTo>
                  <a:pt x="60000" y="105000"/>
                </a:lnTo>
                <a:cubicBezTo>
                  <a:pt x="78639" y="105000"/>
                  <a:pt x="93750" y="89890"/>
                  <a:pt x="93750" y="71250"/>
                </a:cubicBezTo>
                <a:lnTo>
                  <a:pt x="93750" y="37500"/>
                </a:lnTo>
                <a:close/>
              </a:path>
              <a:path extrusionOk="0" fill="darken" h="120000" w="120000">
                <a:moveTo>
                  <a:pt x="105000" y="37500"/>
                </a:moveTo>
                <a:lnTo>
                  <a:pt x="82500" y="15000"/>
                </a:lnTo>
                <a:lnTo>
                  <a:pt x="60000" y="37500"/>
                </a:lnTo>
                <a:lnTo>
                  <a:pt x="71250" y="37500"/>
                </a:lnTo>
                <a:lnTo>
                  <a:pt x="71250" y="71250"/>
                </a:lnTo>
                <a:cubicBezTo>
                  <a:pt x="71250" y="77463"/>
                  <a:pt x="66213" y="82500"/>
                  <a:pt x="60000" y="82500"/>
                </a:cubicBezTo>
                <a:lnTo>
                  <a:pt x="48750" y="82500"/>
                </a:lnTo>
                <a:cubicBezTo>
                  <a:pt x="42537" y="82500"/>
                  <a:pt x="37500" y="77463"/>
                  <a:pt x="37500" y="71250"/>
                </a:cubicBezTo>
                <a:lnTo>
                  <a:pt x="37500" y="37500"/>
                </a:lnTo>
                <a:lnTo>
                  <a:pt x="15000" y="37500"/>
                </a:lnTo>
                <a:lnTo>
                  <a:pt x="15000" y="71250"/>
                </a:lnTo>
                <a:cubicBezTo>
                  <a:pt x="15000" y="89890"/>
                  <a:pt x="30111" y="105000"/>
                  <a:pt x="48750" y="105000"/>
                </a:cubicBezTo>
                <a:lnTo>
                  <a:pt x="60000" y="105000"/>
                </a:lnTo>
                <a:cubicBezTo>
                  <a:pt x="78639" y="105000"/>
                  <a:pt x="93750" y="89890"/>
                  <a:pt x="93750" y="71250"/>
                </a:cubicBezTo>
                <a:lnTo>
                  <a:pt x="93750" y="37500"/>
                </a:lnTo>
                <a:close/>
              </a:path>
              <a:path extrusionOk="0" fill="none" h="120000" w="120000">
                <a:moveTo>
                  <a:pt x="105000" y="37500"/>
                </a:moveTo>
                <a:lnTo>
                  <a:pt x="93750" y="37500"/>
                </a:lnTo>
                <a:lnTo>
                  <a:pt x="93750" y="71250"/>
                </a:lnTo>
                <a:cubicBezTo>
                  <a:pt x="93750" y="89890"/>
                  <a:pt x="78639" y="105000"/>
                  <a:pt x="60000" y="105000"/>
                </a:cubicBezTo>
                <a:lnTo>
                  <a:pt x="48750" y="105000"/>
                </a:lnTo>
                <a:cubicBezTo>
                  <a:pt x="30111" y="105000"/>
                  <a:pt x="15000" y="89890"/>
                  <a:pt x="15000" y="71250"/>
                </a:cubicBezTo>
                <a:lnTo>
                  <a:pt x="15000" y="37500"/>
                </a:lnTo>
                <a:lnTo>
                  <a:pt x="37500" y="37500"/>
                </a:lnTo>
                <a:lnTo>
                  <a:pt x="37500" y="71250"/>
                </a:lnTo>
                <a:cubicBezTo>
                  <a:pt x="37500" y="77463"/>
                  <a:pt x="42537" y="82500"/>
                  <a:pt x="48750" y="82500"/>
                </a:cubicBezTo>
                <a:lnTo>
                  <a:pt x="60000" y="82500"/>
                </a:lnTo>
                <a:cubicBezTo>
                  <a:pt x="66213" y="82500"/>
                  <a:pt x="71250" y="77463"/>
                  <a:pt x="71250" y="71250"/>
                </a:cubicBezTo>
                <a:lnTo>
                  <a:pt x="71250" y="37500"/>
                </a:lnTo>
                <a:lnTo>
                  <a:pt x="60000" y="37500"/>
                </a:lnTo>
                <a:lnTo>
                  <a:pt x="825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100000">
                <a:srgbClr val="FF99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 txBox="1"/>
          <p:nvPr/>
        </p:nvSpPr>
        <p:spPr>
          <a:xfrm>
            <a:off x="6516688" y="-3175"/>
            <a:ext cx="25193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Cantor Cristão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"/>
          <p:cNvSpPr txBox="1"/>
          <p:nvPr/>
        </p:nvSpPr>
        <p:spPr>
          <a:xfrm>
            <a:off x="6497638" y="-14288"/>
            <a:ext cx="2519362" cy="336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C5E8FF"/>
                </a:solidFill>
                <a:latin typeface="Arial"/>
                <a:ea typeface="Arial"/>
                <a:cs typeface="Arial"/>
                <a:sym typeface="Arial"/>
              </a:rPr>
              <a:t>Cantor Cristão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"/>
          <p:cNvSpPr/>
          <p:nvPr/>
        </p:nvSpPr>
        <p:spPr>
          <a:xfrm>
            <a:off x="7319963" y="46038"/>
            <a:ext cx="215900" cy="215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9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22225" y="115888"/>
            <a:ext cx="446088" cy="576262"/>
          </a:xfrm>
          <a:prstGeom prst="rect">
            <a:avLst/>
          </a:prstGeom>
          <a:solidFill>
            <a:srgbClr val="FF9900">
              <a:alpha val="7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indowsXP (119)" id="25" name="Google Shape;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6513" y="-26988"/>
            <a:ext cx="360363" cy="107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/>
          <p:nvPr/>
        </p:nvSpPr>
        <p:spPr>
          <a:xfrm>
            <a:off x="8893175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9966"/>
              </a:gs>
              <a:gs pos="50000">
                <a:srgbClr val="FF3300"/>
              </a:gs>
              <a:gs pos="100000">
                <a:srgbClr val="FF996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/>
          <p:nvPr/>
        </p:nvSpPr>
        <p:spPr>
          <a:xfrm>
            <a:off x="8089900" y="5364163"/>
            <a:ext cx="369888" cy="441325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8451850" y="3500438"/>
            <a:ext cx="441325" cy="44291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8388350" y="900113"/>
            <a:ext cx="223838" cy="29686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971550" y="6597650"/>
            <a:ext cx="21605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C5E8FF"/>
                </a:solidFill>
                <a:latin typeface="Arial"/>
                <a:ea typeface="Arial"/>
                <a:cs typeface="Arial"/>
                <a:sym typeface="Arial"/>
              </a:rPr>
              <a:t>IGREJA BATISTA DE TAUÁ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323850" y="4005263"/>
            <a:ext cx="369888" cy="441325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" id="32" name="Google Shape;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6503988"/>
            <a:ext cx="647700" cy="381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6600"/>
              <a:t>M</a:t>
            </a:r>
            <a:r>
              <a:rPr lang="pt-BR" sz="6600"/>
              <a:t>eu Tempo a sós com Deus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Rounded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Voz de Melodia Nº 3</a:t>
            </a:r>
            <a:r>
              <a:rPr b="1" lang="pt-BR" sz="32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idx="1" type="body"/>
          </p:nvPr>
        </p:nvSpPr>
        <p:spPr>
          <a:xfrm>
            <a:off x="18015" y="0"/>
            <a:ext cx="8496300" cy="590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133803" y="106999"/>
            <a:ext cx="8394000" cy="6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A cada amanhecer,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procuro um bom lugar;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Eu quero estar a sós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pra com Deus me encontrar.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Eu recebo instrução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da Palavra do Senhor,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Eu elevo, em oração,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a Deus, meu louvor.</a:t>
            </a:r>
            <a:endParaRPr sz="4000">
              <a:solidFill>
                <a:schemeClr val="accent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5184475" y="6593457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para adicionar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3343275" y="3343275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para adicionar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3200400" y="3200400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para adicionar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6895381" y="6406551"/>
            <a:ext cx="7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idx="1" type="body"/>
          </p:nvPr>
        </p:nvSpPr>
        <p:spPr>
          <a:xfrm>
            <a:off x="18015" y="0"/>
            <a:ext cx="8496300" cy="590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133803" y="178886"/>
            <a:ext cx="8034600" cy="6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Meu tempo a sós com Deus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 dá forças pra seguir;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Meu tempo a sós com Deus,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com Deus, ali.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Lhe falo em oração,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cada dia encontro-O lá.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Meu tempo a sós com Deus,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com Deus.</a:t>
            </a:r>
            <a:r>
              <a:rPr lang="pt-BR" sz="4000">
                <a:solidFill>
                  <a:schemeClr val="lt1"/>
                </a:solidFill>
              </a:rPr>
              <a:t> </a:t>
            </a:r>
            <a:endParaRPr b="1" sz="4000">
              <a:solidFill>
                <a:schemeClr val="accent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1" sz="3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895381" y="6406551"/>
            <a:ext cx="7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idx="1" type="body"/>
          </p:nvPr>
        </p:nvSpPr>
        <p:spPr>
          <a:xfrm>
            <a:off x="18015" y="0"/>
            <a:ext cx="8496300" cy="590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18785" y="92622"/>
            <a:ext cx="7847700" cy="6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Em todo tempo, eu sei,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aonde quer que eu vá,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Qualquer situação,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comigo sempre está.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Mas há um tempo especial,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dedicado só a nós,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Quando entro em comunhão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pt-BR" sz="4000">
                <a:solidFill>
                  <a:schemeClr val="lt1"/>
                </a:solidFill>
              </a:rPr>
              <a:t>com meu Pai, a sós.</a:t>
            </a:r>
            <a:endParaRPr sz="4000">
              <a:solidFill>
                <a:schemeClr val="accent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895381" y="6406551"/>
            <a:ext cx="7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idx="1" type="body"/>
          </p:nvPr>
        </p:nvSpPr>
        <p:spPr>
          <a:xfrm>
            <a:off x="18015" y="0"/>
            <a:ext cx="8496300" cy="590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133803" y="178886"/>
            <a:ext cx="8034600" cy="7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Meu tempo a sós com Deus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 dá forças pra seguir;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Meu tempo a sós com Deus,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com Deus, ali.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Lhe falo em oração,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cada dia encontro-O lá.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Meu tempo a sós com Deus,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pt-BR" sz="4000">
                <a:solidFill>
                  <a:schemeClr val="lt1"/>
                </a:solidFill>
              </a:rPr>
              <a:t>com Deus.</a:t>
            </a:r>
            <a:r>
              <a:rPr lang="pt-BR" sz="4000">
                <a:solidFill>
                  <a:schemeClr val="lt1"/>
                </a:solidFill>
              </a:rPr>
              <a:t> </a:t>
            </a:r>
            <a:endParaRPr sz="4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sz="3800">
              <a:solidFill>
                <a:schemeClr val="accent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1" sz="3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6895381" y="6406551"/>
            <a:ext cx="7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2018-03-21T11:10:30Z</dcterms:created>
  <dc:creator>Usuario Bedeis - Mossoro</dc:creator>
</cp:coreProperties>
</file>