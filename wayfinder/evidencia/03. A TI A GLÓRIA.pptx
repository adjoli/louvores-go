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KwnN6fO6tARq6pgD+lc6+sDo/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1981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01625" y="1676400"/>
            <a:ext cx="8540750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301625" y="1676400"/>
            <a:ext cx="4194175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76400"/>
            <a:ext cx="4194175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360613" y="-382587"/>
            <a:ext cx="4422775" cy="854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4839494" y="2096294"/>
            <a:ext cx="5870575" cy="2135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492919" y="37306"/>
            <a:ext cx="5870575" cy="625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301625" y="1676400"/>
            <a:ext cx="8540750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0" y="422276"/>
            <a:ext cx="9144000" cy="594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SzPts val="3200"/>
              <a:buAutoNum type="arabicPeriod" startAt="3"/>
            </a:pPr>
            <a:r>
              <a:rPr b="1" lang="pt-BR">
                <a:solidFill>
                  <a:srgbClr val="FFFF00"/>
                </a:solidFill>
              </a:rPr>
              <a:t>A TI A GLÓRIA</a:t>
            </a:r>
            <a:endParaRPr b="1" u="sng">
              <a:solidFill>
                <a:srgbClr val="FFFF00"/>
              </a:solidFill>
            </a:endParaRPr>
          </a:p>
          <a:p>
            <a:pPr indent="-514350" lvl="0" marL="514350" rtl="0" algn="ctr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 u="sng">
              <a:solidFill>
                <a:srgbClr val="FFFF00"/>
              </a:solidFill>
            </a:endParaRPr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A Ti a glória,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Seja a Ti o louvor;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Tua é a vitória,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Grande Redentor!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Com brilhantes vestes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o anjo ali desceu,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Revolveu a pedra,</a:t>
            </a:r>
            <a:endParaRPr/>
          </a:p>
          <a:p>
            <a:pPr indent="-514350" lvl="0" marL="51435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pt-BR"/>
              <a:t>E a tumba venceu. 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0" y="1"/>
            <a:ext cx="91440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1" i="1" sz="36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" type="subTitle"/>
          </p:nvPr>
        </p:nvSpPr>
        <p:spPr>
          <a:xfrm>
            <a:off x="0" y="908050"/>
            <a:ext cx="9144000" cy="594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b="1"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b="1"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A Ti a glória,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Seja a Ti o louvor;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Tua é a vitória,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Grande Redentor.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0" y="1"/>
            <a:ext cx="91440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1" i="1" sz="36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" type="subTitle"/>
          </p:nvPr>
        </p:nvSpPr>
        <p:spPr>
          <a:xfrm>
            <a:off x="0" y="548680"/>
            <a:ext cx="9144000" cy="594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Temo eu agora?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Vive e vida traz.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Quem minha alma adora: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É o Senhor da paz!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Ele dá vitória, dEle vem poder,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nEle há vida e glória!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pt-BR"/>
              <a:t>Nada irei temer!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0" y="1"/>
            <a:ext cx="91440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1" i="1" sz="36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0" y="908050"/>
            <a:ext cx="9144000" cy="594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b="1"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b="1"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A Ti a glória,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Seja a Ti o louvor;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Tua é a vitória,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i="1" lang="pt-BR"/>
              <a:t>Grande Redentor.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0" y="1"/>
            <a:ext cx="91440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1" i="1" sz="36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0" y="908050"/>
            <a:ext cx="9144000" cy="594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i="1" lang="pt-BR" sz="2400"/>
              <a:t>VOZ DE MELODIA</a:t>
            </a:r>
            <a:endParaRPr i="1" sz="24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pt-BR" sz="2400"/>
              <a:t>Copyright 2004 Voz de Melodia, Ltda.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uvens">
  <a:themeElements>
    <a:clrScheme name="Nuvens 1">
      <a:dk1>
        <a:srgbClr val="4D4D4D"/>
      </a:dk1>
      <a:lt1>
        <a:srgbClr val="FFFFFF"/>
      </a:lt1>
      <a:dk2>
        <a:srgbClr val="0000A4"/>
      </a:dk2>
      <a:lt2>
        <a:srgbClr val="B7E7FF"/>
      </a:lt2>
      <a:accent1>
        <a:srgbClr val="0099CC"/>
      </a:accent1>
      <a:accent2>
        <a:srgbClr val="00CC99"/>
      </a:accent2>
      <a:accent3>
        <a:srgbClr val="AAAACF"/>
      </a:accent3>
      <a:accent4>
        <a:srgbClr val="DADADA"/>
      </a:accent4>
      <a:accent5>
        <a:srgbClr val="AACAE2"/>
      </a:accent5>
      <a:accent6>
        <a:srgbClr val="00B98A"/>
      </a:accent6>
      <a:hlink>
        <a:srgbClr val="FFCC00"/>
      </a:hlink>
      <a:folHlink>
        <a:srgbClr val="EE941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2008-08-17T00:34:04Z</dcterms:created>
  <dc:creator>Edy Rodrigo de C. Pinto; Pr. Edy Rodrigo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9</vt:i4>
  </property>
</Properties>
</file>