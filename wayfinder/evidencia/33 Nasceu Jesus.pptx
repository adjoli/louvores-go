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embeddedFontLst>
    <p:embeddedFont>
      <p:font typeface="Overlock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gJkg6YCizyb2kpcS4zyfUiLmZF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verlock-regular.fntdata"/><Relationship Id="rId10" Type="http://schemas.openxmlformats.org/officeDocument/2006/relationships/slide" Target="slides/slide5.xml"/><Relationship Id="rId13" Type="http://schemas.openxmlformats.org/officeDocument/2006/relationships/font" Target="fonts/Overlock-italic.fntdata"/><Relationship Id="rId12" Type="http://schemas.openxmlformats.org/officeDocument/2006/relationships/font" Target="fonts/Overloc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Overloc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showMasterSp="0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68313" y="549275"/>
            <a:ext cx="8229600" cy="59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showMasterSp="0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468313" y="549275"/>
            <a:ext cx="4038600" cy="59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2" type="body"/>
          </p:nvPr>
        </p:nvSpPr>
        <p:spPr>
          <a:xfrm>
            <a:off x="4659313" y="549275"/>
            <a:ext cx="4038600" cy="59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showMasterSp="0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1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1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showMasterSp="0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Rounded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Rounded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Rounded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 Rounded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 Rounded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Rounded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Rounded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 Rounded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 Rounded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showMasterSp="0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 rot="5400000">
            <a:off x="1631157" y="-613568"/>
            <a:ext cx="590391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 rot="5400000">
            <a:off x="4763294" y="2145507"/>
            <a:ext cx="6465888" cy="2149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 rot="5400000">
            <a:off x="385763" y="69851"/>
            <a:ext cx="6465888" cy="6300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.xml"/><Relationship Id="rId10" Type="http://schemas.openxmlformats.org/officeDocument/2006/relationships/slideLayout" Target="../slideLayouts/slideLayout5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1" Type="http://schemas.openxmlformats.org/officeDocument/2006/relationships/image" Target="../media/image2.jpg"/><Relationship Id="rId2" Type="http://schemas.openxmlformats.org/officeDocument/2006/relationships/hyperlink" Target="about:blank" TargetMode="External"/><Relationship Id="rId3" Type="http://schemas.openxmlformats.org/officeDocument/2006/relationships/hyperlink" Target="http://../abertura.pps" TargetMode="External"/><Relationship Id="rId4" Type="http://schemas.openxmlformats.org/officeDocument/2006/relationships/image" Target="../media/image3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/>
          <p:nvPr/>
        </p:nvSpPr>
        <p:spPr>
          <a:xfrm>
            <a:off x="8734425" y="3573463"/>
            <a:ext cx="409575" cy="3284537"/>
          </a:xfrm>
          <a:prstGeom prst="rect">
            <a:avLst/>
          </a:prstGeom>
          <a:gradFill>
            <a:gsLst>
              <a:gs pos="0">
                <a:srgbClr val="3399FF"/>
              </a:gs>
              <a:gs pos="100000">
                <a:srgbClr val="004B9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6"/>
          <p:cNvSpPr/>
          <p:nvPr/>
        </p:nvSpPr>
        <p:spPr>
          <a:xfrm rot="5400000">
            <a:off x="5264944" y="2978944"/>
            <a:ext cx="6858000" cy="900112"/>
          </a:xfrm>
          <a:prstGeom prst="wave">
            <a:avLst>
              <a:gd fmla="val 20644" name="adj1"/>
              <a:gd fmla="val 0" name="adj2"/>
            </a:avLst>
          </a:prstGeom>
          <a:gradFill>
            <a:gsLst>
              <a:gs pos="0">
                <a:srgbClr val="004B96"/>
              </a:gs>
              <a:gs pos="50000">
                <a:srgbClr val="3399FF"/>
              </a:gs>
              <a:gs pos="100000">
                <a:srgbClr val="004B9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6"/>
          <p:cNvSpPr/>
          <p:nvPr/>
        </p:nvSpPr>
        <p:spPr>
          <a:xfrm>
            <a:off x="8734425" y="0"/>
            <a:ext cx="409575" cy="3573463"/>
          </a:xfrm>
          <a:prstGeom prst="rect">
            <a:avLst/>
          </a:prstGeom>
          <a:gradFill>
            <a:gsLst>
              <a:gs pos="0">
                <a:srgbClr val="004B96"/>
              </a:gs>
              <a:gs pos="100000">
                <a:srgbClr val="3399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6"/>
          <p:cNvSpPr/>
          <p:nvPr/>
        </p:nvSpPr>
        <p:spPr>
          <a:xfrm>
            <a:off x="0" y="0"/>
            <a:ext cx="900113" cy="6858000"/>
          </a:xfrm>
          <a:prstGeom prst="rect">
            <a:avLst/>
          </a:prstGeom>
          <a:gradFill>
            <a:gsLst>
              <a:gs pos="0">
                <a:srgbClr val="3399FF"/>
              </a:gs>
              <a:gs pos="100000">
                <a:srgbClr val="004B9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6"/>
          <p:cNvSpPr/>
          <p:nvPr/>
        </p:nvSpPr>
        <p:spPr>
          <a:xfrm>
            <a:off x="0" y="-3175"/>
            <a:ext cx="9144000" cy="376238"/>
          </a:xfrm>
          <a:prstGeom prst="rect">
            <a:avLst/>
          </a:prstGeom>
          <a:gradFill>
            <a:gsLst>
              <a:gs pos="0">
                <a:srgbClr val="4BB6FF"/>
              </a:gs>
              <a:gs pos="100000">
                <a:srgbClr val="0064A8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"/>
          <p:cNvSpPr/>
          <p:nvPr/>
        </p:nvSpPr>
        <p:spPr>
          <a:xfrm>
            <a:off x="0" y="373063"/>
            <a:ext cx="9144000" cy="17462"/>
          </a:xfrm>
          <a:prstGeom prst="rect">
            <a:avLst/>
          </a:prstGeom>
          <a:gradFill>
            <a:gsLst>
              <a:gs pos="0">
                <a:srgbClr val="FFFF00"/>
              </a:gs>
              <a:gs pos="50000">
                <a:srgbClr val="FF9900"/>
              </a:gs>
              <a:gs pos="100000">
                <a:srgbClr val="FFFF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6"/>
          <p:cNvSpPr txBox="1"/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" type="body"/>
          </p:nvPr>
        </p:nvSpPr>
        <p:spPr>
          <a:xfrm>
            <a:off x="468313" y="549275"/>
            <a:ext cx="8229600" cy="59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Rounded"/>
              <a:buChar char="•"/>
              <a:defRPr b="1" i="0" sz="32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Char char="–"/>
              <a:defRPr b="1" i="0" sz="28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Char char="•"/>
              <a:defRPr b="1" i="0" sz="24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Char char="–"/>
              <a:defRPr b="1" i="0" sz="2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Char char="»"/>
              <a:defRPr b="1" i="0" sz="2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9pPr>
          </a:lstStyle>
          <a:p/>
        </p:txBody>
      </p:sp>
      <p:sp>
        <p:nvSpPr>
          <p:cNvPr id="14" name="Google Shape;14;p6"/>
          <p:cNvSpPr/>
          <p:nvPr/>
        </p:nvSpPr>
        <p:spPr>
          <a:xfrm>
            <a:off x="22225" y="115888"/>
            <a:ext cx="446088" cy="576262"/>
          </a:xfrm>
          <a:prstGeom prst="rect">
            <a:avLst/>
          </a:prstGeom>
          <a:solidFill>
            <a:srgbClr val="FF9900">
              <a:alpha val="7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0" y="6580188"/>
            <a:ext cx="9144000" cy="304800"/>
          </a:xfrm>
          <a:prstGeom prst="rect">
            <a:avLst/>
          </a:prstGeom>
          <a:gradFill>
            <a:gsLst>
              <a:gs pos="0">
                <a:srgbClr val="0070E0"/>
              </a:gs>
              <a:gs pos="100000">
                <a:srgbClr val="333399">
                  <a:alpha val="4588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">
            <a:hlinkClick action="ppaction://hlinkshowjump?jump=nextslide"/>
          </p:cNvPr>
          <p:cNvSpPr/>
          <p:nvPr/>
        </p:nvSpPr>
        <p:spPr>
          <a:xfrm>
            <a:off x="8516938" y="6640513"/>
            <a:ext cx="144462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extrusionOk="0" fill="darken" h="120000" w="120000"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extrusionOk="0" fill="none" h="120000" w="120000">
                <a:moveTo>
                  <a:pt x="105000" y="60000"/>
                </a:moveTo>
                <a:lnTo>
                  <a:pt x="15000" y="105000"/>
                </a:lnTo>
                <a:lnTo>
                  <a:pt x="15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6">
            <a:hlinkClick action="ppaction://hlinkshowjump?jump=previousslide"/>
          </p:cNvPr>
          <p:cNvSpPr/>
          <p:nvPr/>
        </p:nvSpPr>
        <p:spPr>
          <a:xfrm>
            <a:off x="8329613" y="6640513"/>
            <a:ext cx="144462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extrusionOk="0" fill="darken" h="120000" w="12000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extrusionOk="0" fill="none" h="120000" w="12000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6">
            <a:hlinkClick action="ppaction://hlinkshowjump?jump=firstslide"/>
          </p:cNvPr>
          <p:cNvSpPr/>
          <p:nvPr/>
        </p:nvSpPr>
        <p:spPr>
          <a:xfrm>
            <a:off x="8140700" y="6640513"/>
            <a:ext cx="144463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375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  <a:moveTo>
                  <a:pt x="26250" y="15000"/>
                </a:moveTo>
                <a:lnTo>
                  <a:pt x="15000" y="15000"/>
                </a:lnTo>
                <a:lnTo>
                  <a:pt x="15000" y="105000"/>
                </a:lnTo>
                <a:lnTo>
                  <a:pt x="26250" y="105000"/>
                </a:lnTo>
                <a:close/>
              </a:path>
              <a:path extrusionOk="0" fill="darken" h="120000" w="120000">
                <a:moveTo>
                  <a:pt x="375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  <a:moveTo>
                  <a:pt x="26250" y="15000"/>
                </a:moveTo>
                <a:lnTo>
                  <a:pt x="15000" y="15000"/>
                </a:lnTo>
                <a:lnTo>
                  <a:pt x="15000" y="105000"/>
                </a:lnTo>
                <a:lnTo>
                  <a:pt x="26250" y="105000"/>
                </a:lnTo>
                <a:close/>
              </a:path>
              <a:path extrusionOk="0" fill="none" h="120000" w="120000">
                <a:moveTo>
                  <a:pt x="375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  <a:moveTo>
                  <a:pt x="26250" y="15000"/>
                </a:moveTo>
                <a:lnTo>
                  <a:pt x="26250" y="105000"/>
                </a:lnTo>
                <a:lnTo>
                  <a:pt x="15000" y="105000"/>
                </a:lnTo>
                <a:lnTo>
                  <a:pt x="15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CFCFC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6">
            <a:hlinkClick action="ppaction://hlinkshowjump?jump=lastslide"/>
          </p:cNvPr>
          <p:cNvSpPr/>
          <p:nvPr/>
        </p:nvSpPr>
        <p:spPr>
          <a:xfrm>
            <a:off x="8704263" y="6640513"/>
            <a:ext cx="144462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825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  <a:moveTo>
                  <a:pt x="93750" y="15000"/>
                </a:moveTo>
                <a:lnTo>
                  <a:pt x="105000" y="15000"/>
                </a:lnTo>
                <a:lnTo>
                  <a:pt x="105000" y="105000"/>
                </a:lnTo>
                <a:lnTo>
                  <a:pt x="93750" y="105000"/>
                </a:lnTo>
                <a:close/>
              </a:path>
              <a:path extrusionOk="0" fill="darken" h="120000" w="120000">
                <a:moveTo>
                  <a:pt x="825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  <a:moveTo>
                  <a:pt x="93750" y="15000"/>
                </a:moveTo>
                <a:lnTo>
                  <a:pt x="105000" y="15000"/>
                </a:lnTo>
                <a:lnTo>
                  <a:pt x="105000" y="105000"/>
                </a:lnTo>
                <a:lnTo>
                  <a:pt x="93750" y="105000"/>
                </a:lnTo>
                <a:close/>
              </a:path>
              <a:path extrusionOk="0" fill="none" h="120000" w="120000">
                <a:moveTo>
                  <a:pt x="82500" y="60000"/>
                </a:moveTo>
                <a:lnTo>
                  <a:pt x="15000" y="105000"/>
                </a:lnTo>
                <a:lnTo>
                  <a:pt x="15000" y="15000"/>
                </a:lnTo>
                <a:close/>
                <a:moveTo>
                  <a:pt x="93750" y="15000"/>
                </a:moveTo>
                <a:lnTo>
                  <a:pt x="105000" y="15000"/>
                </a:lnTo>
                <a:lnTo>
                  <a:pt x="105000" y="105000"/>
                </a:lnTo>
                <a:lnTo>
                  <a:pt x="9375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CACACA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6">
            <a:hlinkClick r:id="rId2"/>
          </p:cNvPr>
          <p:cNvSpPr/>
          <p:nvPr/>
        </p:nvSpPr>
        <p:spPr>
          <a:xfrm>
            <a:off x="7951788" y="6640513"/>
            <a:ext cx="144462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60000" y="15000"/>
                </a:moveTo>
                <a:lnTo>
                  <a:pt x="15000" y="60000"/>
                </a:lnTo>
                <a:lnTo>
                  <a:pt x="26250" y="60000"/>
                </a:lnTo>
                <a:lnTo>
                  <a:pt x="26250" y="105000"/>
                </a:lnTo>
                <a:lnTo>
                  <a:pt x="93750" y="105000"/>
                </a:lnTo>
                <a:lnTo>
                  <a:pt x="93750" y="60000"/>
                </a:lnTo>
                <a:lnTo>
                  <a:pt x="105000" y="60000"/>
                </a:lnTo>
                <a:lnTo>
                  <a:pt x="88125" y="43125"/>
                </a:lnTo>
                <a:lnTo>
                  <a:pt x="88125" y="20625"/>
                </a:lnTo>
                <a:lnTo>
                  <a:pt x="76875" y="20625"/>
                </a:lnTo>
                <a:lnTo>
                  <a:pt x="76875" y="31875"/>
                </a:lnTo>
                <a:close/>
              </a:path>
              <a:path extrusionOk="0" fill="darkenLess" h="120000" w="120000">
                <a:moveTo>
                  <a:pt x="88125" y="43125"/>
                </a:moveTo>
                <a:lnTo>
                  <a:pt x="88125" y="20625"/>
                </a:lnTo>
                <a:lnTo>
                  <a:pt x="76875" y="20625"/>
                </a:lnTo>
                <a:lnTo>
                  <a:pt x="76875" y="31875"/>
                </a:lnTo>
                <a:close/>
                <a:moveTo>
                  <a:pt x="26250" y="60000"/>
                </a:moveTo>
                <a:lnTo>
                  <a:pt x="26250" y="105000"/>
                </a:lnTo>
                <a:lnTo>
                  <a:pt x="54375" y="105000"/>
                </a:lnTo>
                <a:lnTo>
                  <a:pt x="54375" y="82500"/>
                </a:lnTo>
                <a:lnTo>
                  <a:pt x="65625" y="82500"/>
                </a:lnTo>
                <a:lnTo>
                  <a:pt x="65625" y="105000"/>
                </a:lnTo>
                <a:lnTo>
                  <a:pt x="93750" y="105000"/>
                </a:lnTo>
                <a:lnTo>
                  <a:pt x="93750" y="60000"/>
                </a:lnTo>
                <a:close/>
              </a:path>
              <a:path extrusionOk="0" fill="darken" h="120000" w="120000">
                <a:moveTo>
                  <a:pt x="60000" y="15000"/>
                </a:moveTo>
                <a:lnTo>
                  <a:pt x="15000" y="60000"/>
                </a:lnTo>
                <a:lnTo>
                  <a:pt x="105000" y="60000"/>
                </a:lnTo>
                <a:close/>
                <a:moveTo>
                  <a:pt x="54375" y="82500"/>
                </a:moveTo>
                <a:lnTo>
                  <a:pt x="65625" y="82500"/>
                </a:lnTo>
                <a:lnTo>
                  <a:pt x="65625" y="105000"/>
                </a:lnTo>
                <a:lnTo>
                  <a:pt x="54375" y="105000"/>
                </a:lnTo>
                <a:close/>
              </a:path>
              <a:path extrusionOk="0" fill="none" h="120000" w="120000">
                <a:moveTo>
                  <a:pt x="60000" y="15000"/>
                </a:moveTo>
                <a:lnTo>
                  <a:pt x="76875" y="31875"/>
                </a:lnTo>
                <a:lnTo>
                  <a:pt x="76875" y="20625"/>
                </a:lnTo>
                <a:lnTo>
                  <a:pt x="88125" y="20625"/>
                </a:lnTo>
                <a:lnTo>
                  <a:pt x="88125" y="43125"/>
                </a:lnTo>
                <a:lnTo>
                  <a:pt x="105000" y="60000"/>
                </a:lnTo>
                <a:lnTo>
                  <a:pt x="93750" y="60000"/>
                </a:lnTo>
                <a:lnTo>
                  <a:pt x="93750" y="105000"/>
                </a:lnTo>
                <a:lnTo>
                  <a:pt x="26250" y="105000"/>
                </a:lnTo>
                <a:lnTo>
                  <a:pt x="26250" y="60000"/>
                </a:lnTo>
                <a:lnTo>
                  <a:pt x="15000" y="60000"/>
                </a:lnTo>
                <a:close/>
                <a:moveTo>
                  <a:pt x="76875" y="31875"/>
                </a:moveTo>
                <a:lnTo>
                  <a:pt x="88125" y="43125"/>
                </a:lnTo>
                <a:moveTo>
                  <a:pt x="93750" y="60000"/>
                </a:moveTo>
                <a:lnTo>
                  <a:pt x="26250" y="60000"/>
                </a:lnTo>
                <a:moveTo>
                  <a:pt x="54375" y="105000"/>
                </a:moveTo>
                <a:lnTo>
                  <a:pt x="54375" y="82500"/>
                </a:lnTo>
                <a:lnTo>
                  <a:pt x="65625" y="82500"/>
                </a:lnTo>
                <a:lnTo>
                  <a:pt x="65625" y="105000"/>
                </a:lnTo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00CC00"/>
              </a:gs>
              <a:gs pos="100000">
                <a:srgbClr val="009900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6">
            <a:hlinkClick r:id="rId3"/>
          </p:cNvPr>
          <p:cNvSpPr/>
          <p:nvPr/>
        </p:nvSpPr>
        <p:spPr>
          <a:xfrm>
            <a:off x="7769225" y="6640513"/>
            <a:ext cx="144463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05000" y="37500"/>
                </a:moveTo>
                <a:lnTo>
                  <a:pt x="82500" y="15000"/>
                </a:lnTo>
                <a:lnTo>
                  <a:pt x="60000" y="37500"/>
                </a:lnTo>
                <a:lnTo>
                  <a:pt x="71250" y="37500"/>
                </a:lnTo>
                <a:lnTo>
                  <a:pt x="71250" y="71250"/>
                </a:lnTo>
                <a:cubicBezTo>
                  <a:pt x="71250" y="77463"/>
                  <a:pt x="66213" y="82500"/>
                  <a:pt x="60000" y="82500"/>
                </a:cubicBezTo>
                <a:lnTo>
                  <a:pt x="48750" y="82500"/>
                </a:lnTo>
                <a:cubicBezTo>
                  <a:pt x="42537" y="82500"/>
                  <a:pt x="37500" y="77463"/>
                  <a:pt x="37500" y="71250"/>
                </a:cubicBezTo>
                <a:lnTo>
                  <a:pt x="37500" y="37500"/>
                </a:lnTo>
                <a:lnTo>
                  <a:pt x="15000" y="37500"/>
                </a:lnTo>
                <a:lnTo>
                  <a:pt x="15000" y="71250"/>
                </a:lnTo>
                <a:cubicBezTo>
                  <a:pt x="15000" y="89890"/>
                  <a:pt x="30111" y="105000"/>
                  <a:pt x="48750" y="105000"/>
                </a:cubicBezTo>
                <a:lnTo>
                  <a:pt x="60000" y="105000"/>
                </a:lnTo>
                <a:cubicBezTo>
                  <a:pt x="78639" y="105000"/>
                  <a:pt x="93750" y="89890"/>
                  <a:pt x="93750" y="71250"/>
                </a:cubicBezTo>
                <a:lnTo>
                  <a:pt x="93750" y="37500"/>
                </a:lnTo>
                <a:close/>
              </a:path>
              <a:path extrusionOk="0" fill="darken" h="120000" w="120000">
                <a:moveTo>
                  <a:pt x="105000" y="37500"/>
                </a:moveTo>
                <a:lnTo>
                  <a:pt x="82500" y="15000"/>
                </a:lnTo>
                <a:lnTo>
                  <a:pt x="60000" y="37500"/>
                </a:lnTo>
                <a:lnTo>
                  <a:pt x="71250" y="37500"/>
                </a:lnTo>
                <a:lnTo>
                  <a:pt x="71250" y="71250"/>
                </a:lnTo>
                <a:cubicBezTo>
                  <a:pt x="71250" y="77463"/>
                  <a:pt x="66213" y="82500"/>
                  <a:pt x="60000" y="82500"/>
                </a:cubicBezTo>
                <a:lnTo>
                  <a:pt x="48750" y="82500"/>
                </a:lnTo>
                <a:cubicBezTo>
                  <a:pt x="42537" y="82500"/>
                  <a:pt x="37500" y="77463"/>
                  <a:pt x="37500" y="71250"/>
                </a:cubicBezTo>
                <a:lnTo>
                  <a:pt x="37500" y="37500"/>
                </a:lnTo>
                <a:lnTo>
                  <a:pt x="15000" y="37500"/>
                </a:lnTo>
                <a:lnTo>
                  <a:pt x="15000" y="71250"/>
                </a:lnTo>
                <a:cubicBezTo>
                  <a:pt x="15000" y="89890"/>
                  <a:pt x="30111" y="105000"/>
                  <a:pt x="48750" y="105000"/>
                </a:cubicBezTo>
                <a:lnTo>
                  <a:pt x="60000" y="105000"/>
                </a:lnTo>
                <a:cubicBezTo>
                  <a:pt x="78639" y="105000"/>
                  <a:pt x="93750" y="89890"/>
                  <a:pt x="93750" y="71250"/>
                </a:cubicBezTo>
                <a:lnTo>
                  <a:pt x="93750" y="37500"/>
                </a:lnTo>
                <a:close/>
              </a:path>
              <a:path extrusionOk="0" fill="none" h="120000" w="120000">
                <a:moveTo>
                  <a:pt x="105000" y="37500"/>
                </a:moveTo>
                <a:lnTo>
                  <a:pt x="93750" y="37500"/>
                </a:lnTo>
                <a:lnTo>
                  <a:pt x="93750" y="71250"/>
                </a:lnTo>
                <a:cubicBezTo>
                  <a:pt x="93750" y="89890"/>
                  <a:pt x="78639" y="105000"/>
                  <a:pt x="60000" y="105000"/>
                </a:cubicBezTo>
                <a:lnTo>
                  <a:pt x="48750" y="105000"/>
                </a:lnTo>
                <a:cubicBezTo>
                  <a:pt x="30111" y="105000"/>
                  <a:pt x="15000" y="89890"/>
                  <a:pt x="15000" y="71250"/>
                </a:cubicBezTo>
                <a:lnTo>
                  <a:pt x="15000" y="37500"/>
                </a:lnTo>
                <a:lnTo>
                  <a:pt x="37500" y="37500"/>
                </a:lnTo>
                <a:lnTo>
                  <a:pt x="37500" y="71250"/>
                </a:lnTo>
                <a:cubicBezTo>
                  <a:pt x="37500" y="77463"/>
                  <a:pt x="42537" y="82500"/>
                  <a:pt x="48750" y="82500"/>
                </a:cubicBezTo>
                <a:lnTo>
                  <a:pt x="60000" y="82500"/>
                </a:lnTo>
                <a:cubicBezTo>
                  <a:pt x="66213" y="82500"/>
                  <a:pt x="71250" y="77463"/>
                  <a:pt x="71250" y="71250"/>
                </a:cubicBezTo>
                <a:lnTo>
                  <a:pt x="71250" y="37500"/>
                </a:lnTo>
                <a:lnTo>
                  <a:pt x="60000" y="37500"/>
                </a:lnTo>
                <a:lnTo>
                  <a:pt x="825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100000">
                <a:srgbClr val="FF9900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6"/>
          <p:cNvSpPr txBox="1"/>
          <p:nvPr/>
        </p:nvSpPr>
        <p:spPr>
          <a:xfrm>
            <a:off x="6516688" y="-3175"/>
            <a:ext cx="25193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Cantor Cristão</a:t>
            </a:r>
            <a:endParaRPr/>
          </a:p>
        </p:txBody>
      </p:sp>
      <p:sp>
        <p:nvSpPr>
          <p:cNvPr id="23" name="Google Shape;23;p6"/>
          <p:cNvSpPr txBox="1"/>
          <p:nvPr/>
        </p:nvSpPr>
        <p:spPr>
          <a:xfrm>
            <a:off x="6497638" y="-14288"/>
            <a:ext cx="2519362" cy="336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C5E8FF"/>
                </a:solidFill>
                <a:latin typeface="Arial"/>
                <a:ea typeface="Arial"/>
                <a:cs typeface="Arial"/>
                <a:sym typeface="Arial"/>
              </a:rPr>
              <a:t>Cantor Cristão</a:t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7319963" y="46038"/>
            <a:ext cx="215900" cy="2159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FF99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indowsXP (119)" id="25" name="Google Shape;2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6513" y="-26988"/>
            <a:ext cx="360363" cy="1079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6"/>
          <p:cNvSpPr/>
          <p:nvPr/>
        </p:nvSpPr>
        <p:spPr>
          <a:xfrm>
            <a:off x="8893175" y="6640513"/>
            <a:ext cx="144463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FF9966"/>
              </a:gs>
              <a:gs pos="50000">
                <a:srgbClr val="FF3300"/>
              </a:gs>
              <a:gs pos="100000">
                <a:srgbClr val="FF996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27" name="Google Shape;27;p6"/>
          <p:cNvSpPr/>
          <p:nvPr/>
        </p:nvSpPr>
        <p:spPr>
          <a:xfrm>
            <a:off x="8089900" y="5364163"/>
            <a:ext cx="369888" cy="441325"/>
          </a:xfrm>
          <a:custGeom>
            <a:rect b="b" l="l" r="r" t="t"/>
            <a:pathLst>
              <a:path extrusionOk="0" h="21600" w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8451850" y="3500438"/>
            <a:ext cx="441325" cy="442912"/>
          </a:xfrm>
          <a:custGeom>
            <a:rect b="b" l="l" r="r" t="t"/>
            <a:pathLst>
              <a:path extrusionOk="0" h="21600" w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6"/>
          <p:cNvSpPr/>
          <p:nvPr/>
        </p:nvSpPr>
        <p:spPr>
          <a:xfrm>
            <a:off x="8388350" y="900113"/>
            <a:ext cx="223838" cy="296862"/>
          </a:xfrm>
          <a:custGeom>
            <a:rect b="b" l="l" r="r" t="t"/>
            <a:pathLst>
              <a:path extrusionOk="0" h="21600" w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"/>
          <p:cNvSpPr/>
          <p:nvPr/>
        </p:nvSpPr>
        <p:spPr>
          <a:xfrm>
            <a:off x="107950" y="1700213"/>
            <a:ext cx="223838" cy="296862"/>
          </a:xfrm>
          <a:custGeom>
            <a:rect b="b" l="l" r="r" t="t"/>
            <a:pathLst>
              <a:path extrusionOk="0" h="21600" w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>
            <a:gsLst>
              <a:gs pos="0">
                <a:srgbClr val="33CCFF"/>
              </a:gs>
              <a:gs pos="50000">
                <a:srgbClr val="004B96"/>
              </a:gs>
              <a:gs pos="100000">
                <a:srgbClr val="33CCFF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 txBox="1"/>
          <p:nvPr/>
        </p:nvSpPr>
        <p:spPr>
          <a:xfrm>
            <a:off x="971550" y="6597650"/>
            <a:ext cx="21605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C5E8FF"/>
                </a:solidFill>
                <a:latin typeface="Arial"/>
                <a:ea typeface="Arial"/>
                <a:cs typeface="Arial"/>
                <a:sym typeface="Arial"/>
              </a:rPr>
              <a:t>IGREJA BATISTA DE TAUÁ</a:t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323850" y="4005263"/>
            <a:ext cx="369888" cy="441325"/>
          </a:xfrm>
          <a:custGeom>
            <a:rect b="b" l="l" r="r" t="t"/>
            <a:pathLst>
              <a:path extrusionOk="0" h="21600" w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rca" id="33" name="Google Shape;3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" y="6418263"/>
            <a:ext cx="647700" cy="381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Nasceu Jesus</a:t>
            </a:r>
            <a:endParaRPr/>
          </a:p>
        </p:txBody>
      </p:sp>
      <p:sp>
        <p:nvSpPr>
          <p:cNvPr id="75" name="Google Shape;75;p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</a:pPr>
            <a:r>
              <a:rPr lang="pt-BR"/>
              <a:t>CC n°33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>
            <p:ph idx="1" type="body"/>
          </p:nvPr>
        </p:nvSpPr>
        <p:spPr>
          <a:xfrm>
            <a:off x="13752" y="19472"/>
            <a:ext cx="8496300" cy="59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AutoNum type="arabicPeriod"/>
            </a:pPr>
            <a:r>
              <a:rPr lang="pt-BR" sz="3300"/>
              <a:t>NASCE JESUS, FONTE DE LUZ!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DESCEM OS ANJOS CANTANDO;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NASCE JESUS, É A NOSSA LUZ;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TREVAS VEM, POIS, DISSIPANDO.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NASCE JESUS, FONTE DE LUZ!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ROMPE AS CADEIAS DO FORTE,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RAIA O DIA DA SALVAÇÃO, 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TRIUNFANTE VEM! SALVE JESUS! OH! FIRMA TEU JUSTO IMPÉRIO!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GRATO LOUVOR OS HOMENS 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E OS ANJOS DÊEM! </a:t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7235825" y="6567488"/>
            <a:ext cx="4302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1/4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idx="1" type="body"/>
          </p:nvPr>
        </p:nvSpPr>
        <p:spPr>
          <a:xfrm>
            <a:off x="0" y="692696"/>
            <a:ext cx="8229600" cy="4751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None/>
            </a:pPr>
            <a:r>
              <a:rPr b="1" lang="pt-BR" sz="4000"/>
              <a:t>	NASCE JESUS, 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None/>
            </a:pPr>
            <a:r>
              <a:rPr b="1" lang="pt-BR" sz="4000"/>
              <a:t>	FONTE DE LUZ!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None/>
            </a:pPr>
            <a:r>
              <a:rPr b="1" lang="pt-BR" sz="4000"/>
              <a:t>	OH! GLÓRIA A DEUS 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None/>
            </a:pPr>
            <a:r>
              <a:rPr b="1" lang="pt-BR" sz="4000"/>
              <a:t>	NAS ALTURAS!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None/>
            </a:pPr>
            <a:r>
              <a:rPr b="1" lang="pt-BR" sz="4000"/>
              <a:t>	PAZ NA TERRA AOS HOMENS, </a:t>
            </a:r>
            <a:endParaRPr sz="4000"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None/>
            </a:pPr>
            <a:r>
              <a:rPr lang="pt-BR" sz="4000"/>
              <a:t>	A QUEM QUER ELE BEM! </a:t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7235825" y="6567488"/>
            <a:ext cx="4302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2/4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>
            <p:ph idx="1" type="body"/>
          </p:nvPr>
        </p:nvSpPr>
        <p:spPr>
          <a:xfrm>
            <a:off x="0" y="0"/>
            <a:ext cx="8748712" cy="59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AutoNum type="arabicPeriod" startAt="2"/>
            </a:pPr>
            <a:r>
              <a:rPr lang="pt-BR" sz="3300"/>
              <a:t>DEUS NOS AMOU E NOS MANDOU</a:t>
            </a:r>
            <a:endParaRPr/>
          </a:p>
          <a:p>
            <a:pPr indent="-533400" lvl="0" marL="533400" rtl="0" algn="l"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CRISTO, SEU FILHO QUERIDO.</a:t>
            </a:r>
            <a:endParaRPr/>
          </a:p>
          <a:p>
            <a:pPr indent="-533400" lvl="0" marL="533400" rtl="0" algn="l"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DEUS NOS AMOU, DEUS ENCARNOU! </a:t>
            </a:r>
            <a:endParaRPr/>
          </a:p>
          <a:p>
            <a:pPr indent="-533400" lvl="0" marL="533400" rtl="0" algn="l"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VEDE O MENINO NASCIDO!</a:t>
            </a:r>
            <a:endParaRPr/>
          </a:p>
          <a:p>
            <a:pPr indent="-533400" lvl="0" marL="533400" rtl="0" algn="l"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DEUS NOS AMOU! DEUS NOS AMOU!</a:t>
            </a:r>
            <a:endParaRPr/>
          </a:p>
          <a:p>
            <a:pPr indent="-533400" lvl="0" marL="533400" rtl="0" algn="l"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DIGAM-NO TODOS OS POVOS;</a:t>
            </a:r>
            <a:endParaRPr/>
          </a:p>
          <a:p>
            <a:pPr indent="-533400" lvl="0" marL="533400" rtl="0" algn="l"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GOZAM PAZ E SALVAÇÃO TODOS </a:t>
            </a:r>
            <a:endParaRPr/>
          </a:p>
          <a:p>
            <a:pPr indent="-533400" lvl="0" marL="533400" rtl="0" algn="l">
              <a:spcBef>
                <a:spcPts val="66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pt-BR" sz="3300"/>
              <a:t>	OS QUE CRÊEM. REINO BENDITO! REINO DE AMOR DIVINO! EIS QUE AS NAÇÕES RESGATE POR CRISTO TÊM! </a:t>
            </a:r>
            <a:endParaRPr sz="3300"/>
          </a:p>
        </p:txBody>
      </p:sp>
      <p:sp>
        <p:nvSpPr>
          <p:cNvPr id="93" name="Google Shape;93;p4"/>
          <p:cNvSpPr/>
          <p:nvPr/>
        </p:nvSpPr>
        <p:spPr>
          <a:xfrm>
            <a:off x="7235825" y="6567488"/>
            <a:ext cx="4302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3/4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 txBox="1"/>
          <p:nvPr>
            <p:ph idx="1" type="body"/>
          </p:nvPr>
        </p:nvSpPr>
        <p:spPr>
          <a:xfrm>
            <a:off x="-20548" y="548680"/>
            <a:ext cx="8229600" cy="4751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None/>
            </a:pPr>
            <a:r>
              <a:rPr b="1" lang="pt-BR" sz="4000"/>
              <a:t>	NASCE JESUS, 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None/>
            </a:pPr>
            <a:r>
              <a:rPr b="1" lang="pt-BR" sz="4000"/>
              <a:t>	FONTE DE LUZ!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None/>
            </a:pPr>
            <a:r>
              <a:rPr b="1" lang="pt-BR" sz="4000"/>
              <a:t>	OH! GLÓRIA A DEUS 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None/>
            </a:pPr>
            <a:r>
              <a:rPr b="1" lang="pt-BR" sz="4000"/>
              <a:t>	NAS ALTURAS!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None/>
            </a:pPr>
            <a:r>
              <a:rPr b="1" lang="pt-BR" sz="4000"/>
              <a:t>	PAZ NA TERRA AOS HOMENS, </a:t>
            </a:r>
            <a:endParaRPr sz="4000"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None/>
            </a:pPr>
            <a:r>
              <a:rPr lang="pt-BR" sz="4000"/>
              <a:t>	A QUEM QUER ELE BEM! </a:t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7235825" y="6567488"/>
            <a:ext cx="4302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4/4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2018-03-20T13:51:56Z</dcterms:created>
  <dc:creator>Usuario Bedeis - Mossoro</dc:creator>
</cp:coreProperties>
</file>