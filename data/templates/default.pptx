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9144000" cy="6858000" type="screen4x3"/>
  <p:notesSz cx="6858000" cy="9144000"/>
  <p:embeddedFontLst>
    <p:embeddedFont>
      <p:font typeface="Overlock" panose="020B0604020202020204" charset="0"/>
      <p:regular r:id="rId5"/>
      <p:bold r:id="rId6"/>
      <p:italic r:id="rId7"/>
      <p:boldItalic r:id="rId8"/>
    </p:embeddedFont>
    <p:embeddedFont>
      <p:font typeface="Poppins" panose="00000800000000000000" pitchFamily="2" charset="0"/>
      <p:bold r:id="rId9"/>
    </p:embeddedFont>
    <p:embeddedFont>
      <p:font typeface="Poppins Medium" panose="00000600000000000000" pitchFamily="2" charset="0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OFIo+ofzLHly4Nvdh0XxMEg0d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5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44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font" Target="fonts/font6.fntdata"/><Relationship Id="rId19" Type="http://customschemas.google.com/relationships/presentationmetadata" Target="meta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o Jose de Oliveira" userId="a6941ea4-af04-4fef-8530-94abb86aba20" providerId="ADAL" clId="{10001AF7-9297-48F7-BEA5-C0D543D7B99C}"/>
    <pc:docChg chg="undo custSel mod addSld delSld modSld modMainMaster">
      <pc:chgData name="Adao Jose de Oliveira" userId="a6941ea4-af04-4fef-8530-94abb86aba20" providerId="ADAL" clId="{10001AF7-9297-48F7-BEA5-C0D543D7B99C}" dt="2026-06-05T19:16:26.504" v="360" actId="6549"/>
      <pc:docMkLst>
        <pc:docMk/>
      </pc:docMkLst>
      <pc:sldChg chg="modSp mod">
        <pc:chgData name="Adao Jose de Oliveira" userId="a6941ea4-af04-4fef-8530-94abb86aba20" providerId="ADAL" clId="{10001AF7-9297-48F7-BEA5-C0D543D7B99C}" dt="2026-06-05T19:16:26.504" v="360" actId="6549"/>
        <pc:sldMkLst>
          <pc:docMk/>
          <pc:sldMk cId="1333609452" sldId="257"/>
        </pc:sldMkLst>
        <pc:spChg chg="mod">
          <ac:chgData name="Adao Jose de Oliveira" userId="a6941ea4-af04-4fef-8530-94abb86aba20" providerId="ADAL" clId="{10001AF7-9297-48F7-BEA5-C0D543D7B99C}" dt="2026-06-05T19:16:24.240" v="359" actId="6549"/>
          <ac:spMkLst>
            <pc:docMk/>
            <pc:sldMk cId="1333609452" sldId="257"/>
            <ac:spMk id="2" creationId="{6264314A-DD95-744B-7B48-ECEF8A0FC771}"/>
          </ac:spMkLst>
        </pc:spChg>
        <pc:spChg chg="mod">
          <ac:chgData name="Adao Jose de Oliveira" userId="a6941ea4-af04-4fef-8530-94abb86aba20" providerId="ADAL" clId="{10001AF7-9297-48F7-BEA5-C0D543D7B99C}" dt="2026-06-05T19:16:26.504" v="360" actId="6549"/>
          <ac:spMkLst>
            <pc:docMk/>
            <pc:sldMk cId="1333609452" sldId="257"/>
            <ac:spMk id="3" creationId="{02CDA118-E0D2-BA3F-1076-D1320ED53648}"/>
          </ac:spMkLst>
        </pc:spChg>
      </pc:sldChg>
      <pc:sldChg chg="del">
        <pc:chgData name="Adao Jose de Oliveira" userId="a6941ea4-af04-4fef-8530-94abb86aba20" providerId="ADAL" clId="{10001AF7-9297-48F7-BEA5-C0D543D7B99C}" dt="2026-06-05T19:15:58.289" v="358" actId="47"/>
        <pc:sldMkLst>
          <pc:docMk/>
          <pc:sldMk cId="0" sldId="258"/>
        </pc:sldMkLst>
      </pc:sldChg>
      <pc:sldChg chg="del">
        <pc:chgData name="Adao Jose de Oliveira" userId="a6941ea4-af04-4fef-8530-94abb86aba20" providerId="ADAL" clId="{10001AF7-9297-48F7-BEA5-C0D543D7B99C}" dt="2026-06-05T19:15:58.289" v="358" actId="47"/>
        <pc:sldMkLst>
          <pc:docMk/>
          <pc:sldMk cId="0" sldId="259"/>
        </pc:sldMkLst>
      </pc:sldChg>
      <pc:sldChg chg="del">
        <pc:chgData name="Adao Jose de Oliveira" userId="a6941ea4-af04-4fef-8530-94abb86aba20" providerId="ADAL" clId="{10001AF7-9297-48F7-BEA5-C0D543D7B99C}" dt="2026-06-05T19:15:58.289" v="358" actId="47"/>
        <pc:sldMkLst>
          <pc:docMk/>
          <pc:sldMk cId="0" sldId="260"/>
        </pc:sldMkLst>
      </pc:sldChg>
      <pc:sldChg chg="del">
        <pc:chgData name="Adao Jose de Oliveira" userId="a6941ea4-af04-4fef-8530-94abb86aba20" providerId="ADAL" clId="{10001AF7-9297-48F7-BEA5-C0D543D7B99C}" dt="2026-06-05T19:15:58.289" v="358" actId="47"/>
        <pc:sldMkLst>
          <pc:docMk/>
          <pc:sldMk cId="0" sldId="261"/>
        </pc:sldMkLst>
      </pc:sldChg>
      <pc:sldMasterChg chg="addSp delSp modSp mod setBg addSldLayout delSldLayout modSldLayout sldLayoutOrd">
        <pc:chgData name="Adao Jose de Oliveira" userId="a6941ea4-af04-4fef-8530-94abb86aba20" providerId="ADAL" clId="{10001AF7-9297-48F7-BEA5-C0D543D7B99C}" dt="2026-05-24T18:28:16.592" v="357" actId="1035"/>
        <pc:sldMasterMkLst>
          <pc:docMk/>
          <pc:sldMasterMk cId="0" sldId="2147483648"/>
        </pc:sldMasterMkLst>
        <pc:sldLayoutChg chg="modSp mod">
          <pc:chgData name="Adao Jose de Oliveira" userId="a6941ea4-af04-4fef-8530-94abb86aba20" providerId="ADAL" clId="{10001AF7-9297-48F7-BEA5-C0D543D7B99C}" dt="2026-05-24T18:28:16.592" v="357" actId="1035"/>
          <pc:sldLayoutMkLst>
            <pc:docMk/>
            <pc:sldMasterMk cId="0" sldId="2147483648"/>
            <pc:sldLayoutMk cId="0" sldId="2147483652"/>
          </pc:sldLayoutMkLst>
          <pc:spChg chg="mod">
            <ac:chgData name="Adao Jose de Oliveira" userId="a6941ea4-af04-4fef-8530-94abb86aba20" providerId="ADAL" clId="{10001AF7-9297-48F7-BEA5-C0D543D7B99C}" dt="2026-05-24T18:28:16.592" v="357" actId="1035"/>
            <ac:spMkLst>
              <pc:docMk/>
              <pc:sldMasterMk cId="0" sldId="2147483648"/>
              <pc:sldLayoutMk cId="0" sldId="2147483652"/>
              <ac:spMk id="4" creationId="{2E205452-CAB9-06D1-4E6B-DE52B56EA64A}"/>
            </ac:spMkLst>
          </pc:spChg>
          <pc:spChg chg="mod">
            <ac:chgData name="Adao Jose de Oliveira" userId="a6941ea4-af04-4fef-8530-94abb86aba20" providerId="ADAL" clId="{10001AF7-9297-48F7-BEA5-C0D543D7B99C}" dt="2026-05-24T18:28:16.592" v="357" actId="1035"/>
            <ac:spMkLst>
              <pc:docMk/>
              <pc:sldMasterMk cId="0" sldId="2147483648"/>
              <pc:sldLayoutMk cId="0" sldId="2147483652"/>
              <ac:spMk id="5" creationId="{6E92E805-B5DB-E76D-D1EC-0765F319F4F5}"/>
            </ac:spMkLst>
          </pc:spChg>
        </pc:sldLayoutChg>
        <pc:sldLayoutChg chg="modSp mod">
          <pc:chgData name="Adao Jose de Oliveira" userId="a6941ea4-af04-4fef-8530-94abb86aba20" providerId="ADAL" clId="{10001AF7-9297-48F7-BEA5-C0D543D7B99C}" dt="2026-05-24T18:23:04.133" v="332" actId="122"/>
          <pc:sldLayoutMkLst>
            <pc:docMk/>
            <pc:sldMasterMk cId="0" sldId="2147483648"/>
            <pc:sldLayoutMk cId="2272150012" sldId="2147483654"/>
          </pc:sldLayoutMkLst>
          <pc:spChg chg="mod">
            <ac:chgData name="Adao Jose de Oliveira" userId="a6941ea4-af04-4fef-8530-94abb86aba20" providerId="ADAL" clId="{10001AF7-9297-48F7-BEA5-C0D543D7B99C}" dt="2026-05-24T17:59:47.525" v="259" actId="207"/>
            <ac:spMkLst>
              <pc:docMk/>
              <pc:sldMasterMk cId="0" sldId="2147483648"/>
              <pc:sldLayoutMk cId="2272150012" sldId="2147483654"/>
              <ac:spMk id="2" creationId="{FBA42957-C09F-8B36-6691-78F411E5B82E}"/>
            </ac:spMkLst>
          </pc:spChg>
          <pc:spChg chg="mod">
            <ac:chgData name="Adao Jose de Oliveira" userId="a6941ea4-af04-4fef-8530-94abb86aba20" providerId="ADAL" clId="{10001AF7-9297-48F7-BEA5-C0D543D7B99C}" dt="2026-05-24T18:23:04.133" v="332" actId="122"/>
            <ac:spMkLst>
              <pc:docMk/>
              <pc:sldMasterMk cId="0" sldId="2147483648"/>
              <pc:sldLayoutMk cId="2272150012" sldId="2147483654"/>
              <ac:spMk id="3" creationId="{2F29A907-C730-686A-71DB-FD5330E68A7B}"/>
            </ac:spMkLst>
          </pc:spChg>
          <pc:spChg chg="mod">
            <ac:chgData name="Adao Jose de Oliveira" userId="a6941ea4-af04-4fef-8530-94abb86aba20" providerId="ADAL" clId="{10001AF7-9297-48F7-BEA5-C0D543D7B99C}" dt="2026-05-24T18:00:46.461" v="319" actId="1037"/>
            <ac:spMkLst>
              <pc:docMk/>
              <pc:sldMasterMk cId="0" sldId="2147483648"/>
              <pc:sldLayoutMk cId="2272150012" sldId="2147483654"/>
              <ac:spMk id="4" creationId="{01557C2D-03CD-DF09-BADC-9A00C714BA35}"/>
            </ac:spMkLst>
          </pc:spChg>
        </pc:sldLayoutChg>
        <pc:sldLayoutChg chg="modSp mod setBg">
          <pc:chgData name="Adao Jose de Oliveira" userId="a6941ea4-af04-4fef-8530-94abb86aba20" providerId="ADAL" clId="{10001AF7-9297-48F7-BEA5-C0D543D7B99C}" dt="2026-05-24T18:17:06.359" v="329" actId="14100"/>
          <pc:sldLayoutMkLst>
            <pc:docMk/>
            <pc:sldMasterMk cId="0" sldId="2147483648"/>
            <pc:sldLayoutMk cId="1886121589" sldId="2147483655"/>
          </pc:sldLayoutMkLst>
          <pc:spChg chg="mod">
            <ac:chgData name="Adao Jose de Oliveira" userId="a6941ea4-af04-4fef-8530-94abb86aba20" providerId="ADAL" clId="{10001AF7-9297-48F7-BEA5-C0D543D7B99C}" dt="2026-05-24T17:57:45.975" v="194" actId="2711"/>
            <ac:spMkLst>
              <pc:docMk/>
              <pc:sldMasterMk cId="0" sldId="2147483648"/>
              <pc:sldLayoutMk cId="1886121589" sldId="2147483655"/>
              <ac:spMk id="2" creationId="{FBA42957-C09F-8B36-6691-78F411E5B82E}"/>
            </ac:spMkLst>
          </pc:spChg>
          <pc:spChg chg="mod">
            <ac:chgData name="Adao Jose de Oliveira" userId="a6941ea4-af04-4fef-8530-94abb86aba20" providerId="ADAL" clId="{10001AF7-9297-48F7-BEA5-C0D543D7B99C}" dt="2026-05-24T18:17:06.359" v="329" actId="14100"/>
            <ac:spMkLst>
              <pc:docMk/>
              <pc:sldMasterMk cId="0" sldId="2147483648"/>
              <pc:sldLayoutMk cId="1886121589" sldId="2147483655"/>
              <ac:spMk id="3" creationId="{2F29A907-C730-686A-71DB-FD5330E68A7B}"/>
            </ac:spMkLst>
          </pc:spChg>
          <pc:spChg chg="mod">
            <ac:chgData name="Adao Jose de Oliveira" userId="a6941ea4-af04-4fef-8530-94abb86aba20" providerId="ADAL" clId="{10001AF7-9297-48F7-BEA5-C0D543D7B99C}" dt="2026-05-24T17:58:29.516" v="253" actId="1038"/>
            <ac:spMkLst>
              <pc:docMk/>
              <pc:sldMasterMk cId="0" sldId="2147483648"/>
              <pc:sldLayoutMk cId="1886121589" sldId="2147483655"/>
              <ac:spMk id="6" creationId="{AADD50CD-0F4D-AB2A-740F-E40D2959D4B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DBB09AC-24B9-6F0A-3F01-2063BA316A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DE8F60-D61A-CC2D-AA5E-8B2442D6C8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BB663-4E62-4C20-B327-515175DAD1E1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A4B622-F15E-53A7-18E2-310F4A2F77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8A2A54-E6D5-4566-650B-66ABA455F6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8AB88-E330-4D5B-8324-1EB4C0BD2C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316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as Partes de Conteúdo" userDrawn="1">
  <p:cSld name="TITULO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;p11">
            <a:extLst>
              <a:ext uri="{FF2B5EF4-FFF2-40B4-BE49-F238E27FC236}">
                <a16:creationId xmlns:a16="http://schemas.microsoft.com/office/drawing/2014/main" id="{2E205452-CAB9-06D1-4E6B-DE52B56EA64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1424206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001334"/>
                </a:solidFill>
                <a:latin typeface="Poppins" panose="00000800000000000000" pitchFamily="2" charset="0"/>
                <a:cs typeface="Poppins" panose="00000800000000000000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" name="Google Shape;35;p11">
            <a:extLst>
              <a:ext uri="{FF2B5EF4-FFF2-40B4-BE49-F238E27FC236}">
                <a16:creationId xmlns:a16="http://schemas.microsoft.com/office/drawing/2014/main" id="{6E92E805-B5DB-E76D-D1EC-0765F319F4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903881"/>
            <a:ext cx="6858000" cy="41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1400" i="1">
                <a:solidFill>
                  <a:srgbClr val="001334"/>
                </a:solidFill>
                <a:latin typeface="Poppins" panose="00000800000000000000" pitchFamily="2" charset="0"/>
                <a:cs typeface="Poppins" panose="00000800000000000000" pitchFamily="2" charset="0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preserve="1" userDrawn="1">
  <p:cSld name="ESTROF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;p12">
            <a:extLst>
              <a:ext uri="{FF2B5EF4-FFF2-40B4-BE49-F238E27FC236}">
                <a16:creationId xmlns:a16="http://schemas.microsoft.com/office/drawing/2014/main" id="{FBA42957-C09F-8B36-6691-78F411E5B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1334"/>
                </a:solidFill>
                <a:latin typeface="Poppins" panose="00000800000000000000" pitchFamily="2" charset="0"/>
                <a:cs typeface="Poppins" panose="00000800000000000000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38;p12">
            <a:extLst>
              <a:ext uri="{FF2B5EF4-FFF2-40B4-BE49-F238E27FC236}">
                <a16:creationId xmlns:a16="http://schemas.microsoft.com/office/drawing/2014/main" id="{2F29A907-C730-686A-71DB-FD5330E68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963" y="1251750"/>
            <a:ext cx="8671650" cy="520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001334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ADD50CD-0F4D-AB2A-740F-E40D2959D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0586" y="6453188"/>
            <a:ext cx="3302433" cy="404812"/>
          </a:xfrm>
        </p:spPr>
        <p:txBody>
          <a:bodyPr/>
          <a:lstStyle>
            <a:lvl1pPr algn="r">
              <a:defRPr sz="1400">
                <a:solidFill>
                  <a:srgbClr val="001334"/>
                </a:solidFill>
                <a:latin typeface="Poppins" panose="00000800000000000000" pitchFamily="2" charset="0"/>
                <a:cs typeface="Poppins" panose="00000800000000000000" pitchFamily="2" charset="0"/>
              </a:defRPr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1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preserve="1" userDrawn="1">
  <p:cSld name="REFRA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;p12">
            <a:extLst>
              <a:ext uri="{FF2B5EF4-FFF2-40B4-BE49-F238E27FC236}">
                <a16:creationId xmlns:a16="http://schemas.microsoft.com/office/drawing/2014/main" id="{FBA42957-C09F-8B36-6691-78F411E5B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1334"/>
                </a:solidFill>
                <a:latin typeface="Poppins" panose="00000800000000000000" pitchFamily="2" charset="0"/>
                <a:cs typeface="Poppins" panose="00000800000000000000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38;p12">
            <a:extLst>
              <a:ext uri="{FF2B5EF4-FFF2-40B4-BE49-F238E27FC236}">
                <a16:creationId xmlns:a16="http://schemas.microsoft.com/office/drawing/2014/main" id="{2F29A907-C730-686A-71DB-FD5330E68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6330" y="1251750"/>
            <a:ext cx="8698283" cy="520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i="1">
                <a:solidFill>
                  <a:srgbClr val="001334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01557C2D-03CD-DF09-BADC-9A00C714BA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8341" y="6453188"/>
            <a:ext cx="3302433" cy="404812"/>
          </a:xfrm>
        </p:spPr>
        <p:txBody>
          <a:bodyPr/>
          <a:lstStyle>
            <a:lvl1pPr algn="r">
              <a:defRPr sz="1400">
                <a:solidFill>
                  <a:srgbClr val="001334"/>
                </a:solidFill>
                <a:latin typeface="Poppins" panose="00000800000000000000" pitchFamily="2" charset="0"/>
                <a:cs typeface="Poppins" panose="00000800000000000000" pitchFamily="2" charset="0"/>
              </a:defRPr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215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L="914400" marR="0" lvl="1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marL="1371600" marR="0" lvl="2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•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marL="1828800" marR="0" lvl="3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marL="2286000" marR="0" lvl="4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»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4314A-DD95-744B-7B48-ECEF8A0FC7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DA118-E0D2-BA3F-1076-D1320ED53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360945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Apresentação na tela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 Rounded</vt:lpstr>
      <vt:lpstr>Overlock</vt:lpstr>
      <vt:lpstr>Arial</vt:lpstr>
      <vt:lpstr>Poppins Medium</vt:lpstr>
      <vt:lpstr>Poppins</vt:lpstr>
      <vt:lpstr>Design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 Bedeis - Mossoro</dc:creator>
  <cp:lastModifiedBy>Adao Jose de Oliveira</cp:lastModifiedBy>
  <cp:revision>1</cp:revision>
  <dcterms:created xsi:type="dcterms:W3CDTF">2018-03-21T11:10:30Z</dcterms:created>
  <dcterms:modified xsi:type="dcterms:W3CDTF">2026-06-05T19:16:32Z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006dd2-fbe3-4519-88e6-262e73109866_Enabled">
    <vt:lpwstr>true</vt:lpwstr>
  </property>
  <property fmtid="{D5CDD505-2E9C-101B-9397-08002B2CF9AE}" pid="3" name="MSIP_Label_86006dd2-fbe3-4519-88e6-262e73109866_SetDate">
    <vt:lpwstr>2026-04-02T13:12:46Z</vt:lpwstr>
  </property>
  <property fmtid="{D5CDD505-2E9C-101B-9397-08002B2CF9AE}" pid="4" name="MSIP_Label_86006dd2-fbe3-4519-88e6-262e73109866_Method">
    <vt:lpwstr>Privileged</vt:lpwstr>
  </property>
  <property fmtid="{D5CDD505-2E9C-101B-9397-08002B2CF9AE}" pid="5" name="MSIP_Label_86006dd2-fbe3-4519-88e6-262e73109866_Name">
    <vt:lpwstr>Pública</vt:lpwstr>
  </property>
  <property fmtid="{D5CDD505-2E9C-101B-9397-08002B2CF9AE}" pid="6" name="MSIP_Label_86006dd2-fbe3-4519-88e6-262e73109866_SiteId">
    <vt:lpwstr>46f6a780-86e1-4570-9459-bb97b7d99f9d</vt:lpwstr>
  </property>
  <property fmtid="{D5CDD505-2E9C-101B-9397-08002B2CF9AE}" pid="7" name="MSIP_Label_86006dd2-fbe3-4519-88e6-262e73109866_ActionId">
    <vt:lpwstr>bc7d9ab6-4114-427a-b0fc-2be1aea38519</vt:lpwstr>
  </property>
  <property fmtid="{D5CDD505-2E9C-101B-9397-08002B2CF9AE}" pid="8" name="MSIP_Label_86006dd2-fbe3-4519-88e6-262e73109866_ContentBits">
    <vt:lpwstr>2</vt:lpwstr>
  </property>
  <property fmtid="{D5CDD505-2E9C-101B-9397-08002B2CF9AE}" pid="9" name="MSIP_Label_86006dd2-fbe3-4519-88e6-262e73109866_Tag">
    <vt:lpwstr>10, 0, 1, 1</vt:lpwstr>
  </property>
  <property fmtid="{D5CDD505-2E9C-101B-9397-08002B2CF9AE}" pid="10" name="ClassificationContentMarkingFooterLocations">
    <vt:lpwstr>Design padrão:3</vt:lpwstr>
  </property>
  <property fmtid="{D5CDD505-2E9C-101B-9397-08002B2CF9AE}" pid="11" name="ClassificationContentMarkingFooterText">
    <vt:lpwstr>PÚBLICA</vt:lpwstr>
  </property>
</Properties>
</file>